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A32682-E6B1-4070-829E-202C0B38F791}" v="14" dt="2025-04-04T20:48:47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6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stha Pradhan, Neetu" userId="f2368ebd-46b8-4057-8dcb-a6f430956b33" providerId="ADAL" clId="{CD20DAED-E015-47F6-AB58-AD3B615FE9B3}"/>
    <pc:docChg chg="custSel modSld">
      <pc:chgData name="Shrestha Pradhan, Neetu" userId="f2368ebd-46b8-4057-8dcb-a6f430956b33" providerId="ADAL" clId="{CD20DAED-E015-47F6-AB58-AD3B615FE9B3}" dt="2025-02-08T00:49:23.271" v="6" actId="1076"/>
      <pc:docMkLst>
        <pc:docMk/>
      </pc:docMkLst>
      <pc:sldChg chg="addSp modSp mod setBg addAnim">
        <pc:chgData name="Shrestha Pradhan, Neetu" userId="f2368ebd-46b8-4057-8dcb-a6f430956b33" providerId="ADAL" clId="{CD20DAED-E015-47F6-AB58-AD3B615FE9B3}" dt="2025-02-08T00:49:23.271" v="6" actId="1076"/>
        <pc:sldMkLst>
          <pc:docMk/>
          <pc:sldMk cId="0" sldId="256"/>
        </pc:sldMkLst>
        <pc:spChg chg="mod">
          <ac:chgData name="Shrestha Pradhan, Neetu" userId="f2368ebd-46b8-4057-8dcb-a6f430956b33" providerId="ADAL" clId="{CD20DAED-E015-47F6-AB58-AD3B615FE9B3}" dt="2025-02-08T00:49:23.271" v="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restha Pradhan, Neetu" userId="f2368ebd-46b8-4057-8dcb-a6f430956b33" providerId="ADAL" clId="{CD20DAED-E015-47F6-AB58-AD3B615FE9B3}" dt="2025-01-27T00:37:39.479" v="2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Shrestha Pradhan, Neetu" userId="f2368ebd-46b8-4057-8dcb-a6f430956b33" providerId="ADAL" clId="{CD20DAED-E015-47F6-AB58-AD3B615FE9B3}" dt="2025-01-27T00:37:39.479" v="2" actId="26606"/>
          <ac:spMkLst>
            <pc:docMk/>
            <pc:sldMk cId="0" sldId="256"/>
            <ac:spMk id="23" creationId="{97A5CE44-9D07-4AD7-B94C-7C93513677DA}"/>
          </ac:spMkLst>
        </pc:spChg>
        <pc:spChg chg="add">
          <ac:chgData name="Shrestha Pradhan, Neetu" userId="f2368ebd-46b8-4057-8dcb-a6f430956b33" providerId="ADAL" clId="{CD20DAED-E015-47F6-AB58-AD3B615FE9B3}" dt="2025-01-27T00:37:39.479" v="2" actId="26606"/>
          <ac:spMkLst>
            <pc:docMk/>
            <pc:sldMk cId="0" sldId="256"/>
            <ac:spMk id="25" creationId="{1A703601-C9B7-448F-B403-01CBCB088B29}"/>
          </ac:spMkLst>
        </pc:spChg>
        <pc:spChg chg="add">
          <ac:chgData name="Shrestha Pradhan, Neetu" userId="f2368ebd-46b8-4057-8dcb-a6f430956b33" providerId="ADAL" clId="{CD20DAED-E015-47F6-AB58-AD3B615FE9B3}" dt="2025-01-27T00:37:39.479" v="2" actId="26606"/>
          <ac:spMkLst>
            <pc:docMk/>
            <pc:sldMk cId="0" sldId="256"/>
            <ac:spMk id="55" creationId="{E15F4FDF-1B24-4F56-AF01-4D0645A83005}"/>
          </ac:spMkLst>
        </pc:spChg>
        <pc:spChg chg="add">
          <ac:chgData name="Shrestha Pradhan, Neetu" userId="f2368ebd-46b8-4057-8dcb-a6f430956b33" providerId="ADAL" clId="{CD20DAED-E015-47F6-AB58-AD3B615FE9B3}" dt="2025-01-27T00:37:39.479" v="2" actId="26606"/>
          <ac:spMkLst>
            <pc:docMk/>
            <pc:sldMk cId="0" sldId="256"/>
            <ac:spMk id="57" creationId="{4FD76CDA-1C6B-40B2-9A61-FD38CE1B4DCF}"/>
          </ac:spMkLst>
        </pc:spChg>
        <pc:grpChg chg="add">
          <ac:chgData name="Shrestha Pradhan, Neetu" userId="f2368ebd-46b8-4057-8dcb-a6f430956b33" providerId="ADAL" clId="{CD20DAED-E015-47F6-AB58-AD3B615FE9B3}" dt="2025-01-27T00:37:39.479" v="2" actId="26606"/>
          <ac:grpSpMkLst>
            <pc:docMk/>
            <pc:sldMk cId="0" sldId="256"/>
            <ac:grpSpMk id="27" creationId="{7923CDCA-D161-4CE7-BA92-92AE20B96D6D}"/>
          </ac:grpSpMkLst>
        </pc:grpChg>
        <pc:grpChg chg="add">
          <ac:chgData name="Shrestha Pradhan, Neetu" userId="f2368ebd-46b8-4057-8dcb-a6f430956b33" providerId="ADAL" clId="{CD20DAED-E015-47F6-AB58-AD3B615FE9B3}" dt="2025-01-27T00:37:39.479" v="2" actId="26606"/>
          <ac:grpSpMkLst>
            <pc:docMk/>
            <pc:sldMk cId="0" sldId="256"/>
            <ac:grpSpMk id="41" creationId="{B28C8CE4-C5A6-4B6C-B428-1D2852C394FC}"/>
          </ac:grpSpMkLst>
        </pc:grpChg>
        <pc:picChg chg="mod ord">
          <ac:chgData name="Shrestha Pradhan, Neetu" userId="f2368ebd-46b8-4057-8dcb-a6f430956b33" providerId="ADAL" clId="{CD20DAED-E015-47F6-AB58-AD3B615FE9B3}" dt="2025-01-27T00:37:39.479" v="2" actId="26606"/>
          <ac:picMkLst>
            <pc:docMk/>
            <pc:sldMk cId="0" sldId="256"/>
            <ac:picMk id="18" creationId="{4FAB88D4-5251-A804-9F80-9C3A9C5D2D83}"/>
          </ac:picMkLst>
        </pc:picChg>
      </pc:sldChg>
      <pc:sldChg chg="addSp modSp">
        <pc:chgData name="Shrestha Pradhan, Neetu" userId="f2368ebd-46b8-4057-8dcb-a6f430956b33" providerId="ADAL" clId="{CD20DAED-E015-47F6-AB58-AD3B615FE9B3}" dt="2025-01-27T00:37:32.240" v="1"/>
        <pc:sldMkLst>
          <pc:docMk/>
          <pc:sldMk cId="0" sldId="257"/>
        </pc:sldMkLst>
      </pc:sldChg>
    </pc:docChg>
  </pc:docChgLst>
  <pc:docChgLst>
    <pc:chgData name="Shrestha Pradhan, Neetu" userId="f2368ebd-46b8-4057-8dcb-a6f430956b33" providerId="ADAL" clId="{54A32682-E6B1-4070-829E-202C0B38F791}"/>
    <pc:docChg chg="undo custSel modSld">
      <pc:chgData name="Shrestha Pradhan, Neetu" userId="f2368ebd-46b8-4057-8dcb-a6f430956b33" providerId="ADAL" clId="{54A32682-E6B1-4070-829E-202C0B38F791}" dt="2025-04-04T20:53:40.498" v="209" actId="113"/>
      <pc:docMkLst>
        <pc:docMk/>
      </pc:docMkLst>
      <pc:sldChg chg="modSp mod modAnim">
        <pc:chgData name="Shrestha Pradhan, Neetu" userId="f2368ebd-46b8-4057-8dcb-a6f430956b33" providerId="ADAL" clId="{54A32682-E6B1-4070-829E-202C0B38F791}" dt="2025-04-04T20:49:14.282" v="180" actId="14100"/>
        <pc:sldMkLst>
          <pc:docMk/>
          <pc:sldMk cId="0" sldId="256"/>
        </pc:sldMkLst>
        <pc:spChg chg="mod">
          <ac:chgData name="Shrestha Pradhan, Neetu" userId="f2368ebd-46b8-4057-8dcb-a6f430956b33" providerId="ADAL" clId="{54A32682-E6B1-4070-829E-202C0B38F791}" dt="2025-04-04T20:45:12.499" v="92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restha Pradhan, Neetu" userId="f2368ebd-46b8-4057-8dcb-a6f430956b33" providerId="ADAL" clId="{54A32682-E6B1-4070-829E-202C0B38F791}" dt="2025-04-04T20:49:14.282" v="180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hrestha Pradhan, Neetu" userId="f2368ebd-46b8-4057-8dcb-a6f430956b33" providerId="ADAL" clId="{54A32682-E6B1-4070-829E-202C0B38F791}" dt="2025-04-04T20:49:32.112" v="181" actId="255"/>
        <pc:sldMkLst>
          <pc:docMk/>
          <pc:sldMk cId="0" sldId="257"/>
        </pc:sldMkLst>
        <pc:spChg chg="mod">
          <ac:chgData name="Shrestha Pradhan, Neetu" userId="f2368ebd-46b8-4057-8dcb-a6f430956b33" providerId="ADAL" clId="{54A32682-E6B1-4070-829E-202C0B38F791}" dt="2025-04-04T20:49:32.112" v="181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restha Pradhan, Neetu" userId="f2368ebd-46b8-4057-8dcb-a6f430956b33" providerId="ADAL" clId="{54A32682-E6B1-4070-829E-202C0B38F791}" dt="2025-04-04T20:48:37.028" v="174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Shrestha Pradhan, Neetu" userId="f2368ebd-46b8-4057-8dcb-a6f430956b33" providerId="ADAL" clId="{54A32682-E6B1-4070-829E-202C0B38F791}" dt="2025-04-04T20:52:16.796" v="206" actId="113"/>
        <pc:sldMkLst>
          <pc:docMk/>
          <pc:sldMk cId="0" sldId="258"/>
        </pc:sldMkLst>
        <pc:spChg chg="mod">
          <ac:chgData name="Shrestha Pradhan, Neetu" userId="f2368ebd-46b8-4057-8dcb-a6f430956b33" providerId="ADAL" clId="{54A32682-E6B1-4070-829E-202C0B38F791}" dt="2025-04-04T20:50:01.382" v="184" actId="113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Shrestha Pradhan, Neetu" userId="f2368ebd-46b8-4057-8dcb-a6f430956b33" providerId="ADAL" clId="{54A32682-E6B1-4070-829E-202C0B38F791}" dt="2025-04-04T20:52:16.796" v="206" actId="113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Shrestha Pradhan, Neetu" userId="f2368ebd-46b8-4057-8dcb-a6f430956b33" providerId="ADAL" clId="{54A32682-E6B1-4070-829E-202C0B38F791}" dt="2025-04-04T20:41:34.012" v="2"/>
          <ac:spMkLst>
            <pc:docMk/>
            <pc:sldMk cId="0" sldId="258"/>
            <ac:spMk id="4" creationId="{16BFB7F1-93D3-D918-44AF-530F0452C30D}"/>
          </ac:spMkLst>
        </pc:spChg>
      </pc:sldChg>
      <pc:sldChg chg="modSp mod">
        <pc:chgData name="Shrestha Pradhan, Neetu" userId="f2368ebd-46b8-4057-8dcb-a6f430956b33" providerId="ADAL" clId="{54A32682-E6B1-4070-829E-202C0B38F791}" dt="2025-04-04T20:53:40.498" v="209" actId="113"/>
        <pc:sldMkLst>
          <pc:docMk/>
          <pc:sldMk cId="0" sldId="260"/>
        </pc:sldMkLst>
        <pc:spChg chg="mod">
          <ac:chgData name="Shrestha Pradhan, Neetu" userId="f2368ebd-46b8-4057-8dcb-a6f430956b33" providerId="ADAL" clId="{54A32682-E6B1-4070-829E-202C0B38F791}" dt="2025-04-04T20:53:40.498" v="209" actId="113"/>
          <ac:spMkLst>
            <pc:docMk/>
            <pc:sldMk cId="0" sldId="26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00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1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1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1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3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5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9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8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5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9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5430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82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6446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46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08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0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1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7A5CE44-9D07-4AD7-B94C-7C935136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703601-C9B7-448F-B403-01CBCB088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35" y="935646"/>
            <a:ext cx="3638392" cy="4968016"/>
          </a:xfrm>
          <a:prstGeom prst="rect">
            <a:avLst/>
          </a:prstGeom>
          <a:solidFill>
            <a:srgbClr val="FFFFFF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23CDCA-D161-4CE7-BA92-92AE20B96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5507" y="228600"/>
            <a:ext cx="2138628" cy="6638625"/>
            <a:chOff x="2487613" y="285750"/>
            <a:chExt cx="2428875" cy="5654676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FFB0997-74F4-42F6-80A7-7C1B6BD37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A14E1792-3BAD-41B1-A563-2180A26E6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C30D05BD-CE6E-4143-946E-A2C5EC7CF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4317EBD8-70E0-492B-B401-C72697C7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60545381-EDB5-47D8-9497-D5802F5A4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E67012E4-2FDC-4F96-A145-1E426784C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C088EA8D-BA27-4043-967F-595BE451C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7D7B306D-2572-4DF7-BC2E-675203317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EBFED6A3-D5D7-4F26-B6EB-091492A9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57CA315F-B9C5-4899-A337-C1389083C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F3C62C3A-023D-428B-AEEA-68C9B037B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6132B97B-0D55-426A-8D75-9E7F8FCE7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28C8CE4-C5A6-4B6C-B428-1D2852C39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85933" y="-786"/>
            <a:ext cx="1767505" cy="6854040"/>
            <a:chOff x="6627813" y="194833"/>
            <a:chExt cx="1952625" cy="5678918"/>
          </a:xfrm>
        </p:grpSpPr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6C6C0EAF-AF4D-4E28-B480-93C9A324D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C254D393-7673-4399-AE7D-933ED61B1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76A48428-8958-41F8-BCFD-F9EB16A17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F895B04F-691C-404F-A9F1-47B315756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38BAB3B8-E8BB-4327-9E73-FFAD5597B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88ED23AE-358F-4EEC-8D62-917EBED7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3">
              <a:extLst>
                <a:ext uri="{FF2B5EF4-FFF2-40B4-BE49-F238E27FC236}">
                  <a16:creationId xmlns:a16="http://schemas.microsoft.com/office/drawing/2014/main" id="{776F07C9-FA92-406A-B934-95BE8CAED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BDA1CEAF-E0AD-4A46-8E40-9251837CB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53D21C6F-F2ED-4F73-8B4D-9E2FECBB9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2FED37FF-C037-4A76-A8D6-33525D19B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8DE0DC4B-718F-4E78-A0AB-8442F28A8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8F80CA79-E2F4-4B1D-97DE-04F9215B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6856" y="994217"/>
            <a:ext cx="2686474" cy="271688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Different Perspectives on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73786" y="4316474"/>
            <a:ext cx="2709574" cy="192826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Exploring Diverse Goals, Impacts, and Applications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Presented by: [Your Name(s)]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Date: [Insert Date]</a:t>
            </a:r>
          </a:p>
        </p:txBody>
      </p:sp>
      <p:pic>
        <p:nvPicPr>
          <p:cNvPr id="18" name="Graphic 17" descr="Books and mortarboard illustration">
            <a:extLst>
              <a:ext uri="{FF2B5EF4-FFF2-40B4-BE49-F238E27FC236}">
                <a16:creationId xmlns:a16="http://schemas.microsoft.com/office/drawing/2014/main" id="{4FAB88D4-5251-A804-9F80-9C3A9C5D2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51" r="19018"/>
          <a:stretch/>
        </p:blipFill>
        <p:spPr>
          <a:xfrm>
            <a:off x="697256" y="1250067"/>
            <a:ext cx="3160141" cy="4326599"/>
          </a:xfrm>
          <a:prstGeom prst="rect">
            <a:avLst/>
          </a:prstGeom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E15F4FDF-1B24-4F56-AF01-4D0645A8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5516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7" name="Freeform 33">
            <a:extLst>
              <a:ext uri="{FF2B5EF4-FFF2-40B4-BE49-F238E27FC236}">
                <a16:creationId xmlns:a16="http://schemas.microsoft.com/office/drawing/2014/main" id="{4FD76CDA-1C6B-40B2-9A61-FD38CE1B4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565516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Mission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To explore diverse perspectives on education to enhance understanding and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collectively promote equity, innovation, and Social and Economic evolution.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Personal Growth: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education shapes individual self-awareness and forms the foundation for critical thinking in real-life situations.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Equity in Access: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Barriers to education and strategies for inclusivity.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Societal Impact: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role of education in economic and social development.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Technology Integration: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Opportunities and challenges with digital tools in education.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Global Comparisons: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can different education systems teach us?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the Textbook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Chapter 8:</a:t>
            </a:r>
          </a:p>
          <a:p>
            <a:r>
              <a:t>   - Key terms like Constructivism, Experiential Learning, and Inclusive Education.</a:t>
            </a:r>
          </a:p>
          <a:p>
            <a:r>
              <a:t>2. Chapter 7:</a:t>
            </a:r>
          </a:p>
          <a:p>
            <a:r>
              <a:t>   - Application of the Opaque Rule: Education as a multifaceted concept influenced by diverse perspectives.</a:t>
            </a:r>
          </a:p>
          <a:p>
            <a:r>
              <a:t>3. Chapter 6:</a:t>
            </a:r>
          </a:p>
          <a:p>
            <a:r>
              <a:t>   - Discussing education as cathartic (expression of frustrations and aspirations) but risky (challenging traditional norms).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Who, Why, When, Where, and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Who Benefits: Students, educators, parents, and policymakers.</a:t>
            </a:r>
          </a:p>
          <a:p>
            <a:r>
              <a:t>2. Potential Conflicts: Traditionalists may resist modern changes in education.</a:t>
            </a:r>
          </a:p>
          <a:p>
            <a:r>
              <a:t>3. Best Timing: Suitable for high school juniors/seniors or first-year college students.</a:t>
            </a:r>
          </a:p>
          <a:p>
            <a:r>
              <a:t>4. Ideal Platforms: Schools, online forums, workshops, and conferences.</a:t>
            </a:r>
          </a:p>
          <a:p>
            <a:r>
              <a:t>5. Significance: Empowers communities and fosters innovation for long-term societal progress.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Greater understanding of diverse educational needs.</a:t>
            </a:r>
          </a:p>
          <a:p>
            <a:r>
              <a:t>- Adoption of inclusive and innovative teaching methods.</a:t>
            </a:r>
          </a:p>
          <a:p>
            <a:r>
              <a:t>- Bridging global divides through shared educational practices.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Author Name, Title of the Article or Book, Year, Publisher/Journal.</a:t>
            </a:r>
          </a:p>
          <a:p>
            <a:r>
              <a:t>2. Author Name, Title of the Article or Book, Year, Publisher/Journal.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e9ea56-94f8-44fd-a038-aa3a270afc3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6A175BA68236429F5779D8DCE568FE" ma:contentTypeVersion="15" ma:contentTypeDescription="Create a new document." ma:contentTypeScope="" ma:versionID="cf2aaad4a8c6dc1ebc15f7385f73b926">
  <xsd:schema xmlns:xsd="http://www.w3.org/2001/XMLSchema" xmlns:xs="http://www.w3.org/2001/XMLSchema" xmlns:p="http://schemas.microsoft.com/office/2006/metadata/properties" xmlns:ns3="20e9ea56-94f8-44fd-a038-aa3a270afc37" xmlns:ns4="5587fbf1-4d4d-4743-bd7f-be0921a66926" targetNamespace="http://schemas.microsoft.com/office/2006/metadata/properties" ma:root="true" ma:fieldsID="8eab3ebbe8dc044a0ecd11b11340bdb8" ns3:_="" ns4:_="">
    <xsd:import namespace="20e9ea56-94f8-44fd-a038-aa3a270afc37"/>
    <xsd:import namespace="5587fbf1-4d4d-4743-bd7f-be0921a669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e9ea56-94f8-44fd-a038-aa3a270afc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87fbf1-4d4d-4743-bd7f-be0921a6692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9C70B7-822C-4BD5-87D0-E5B8D8C7DF5B}">
  <ds:schemaRefs>
    <ds:schemaRef ds:uri="5587fbf1-4d4d-4743-bd7f-be0921a66926"/>
    <ds:schemaRef ds:uri="http://www.w3.org/XML/1998/namespace"/>
    <ds:schemaRef ds:uri="http://purl.org/dc/terms/"/>
    <ds:schemaRef ds:uri="http://schemas.microsoft.com/office/2006/metadata/properties"/>
    <ds:schemaRef ds:uri="20e9ea56-94f8-44fd-a038-aa3a270afc37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7D0091A-7F1F-4A9A-899D-BFB3883BF2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2DC5E6-68A3-4C42-82C1-257D95677A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e9ea56-94f8-44fd-a038-aa3a270afc37"/>
    <ds:schemaRef ds:uri="5587fbf1-4d4d-4743-bd7f-be0921a669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</TotalTime>
  <Words>341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Different Perspectives on Education</vt:lpstr>
      <vt:lpstr>Mission Statement</vt:lpstr>
      <vt:lpstr>Key Points</vt:lpstr>
      <vt:lpstr>Connecting to the Textbook</vt:lpstr>
      <vt:lpstr>Who, Why, When, Where, and What</vt:lpstr>
      <vt:lpstr>Possible Outcomes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 pradhan</cp:lastModifiedBy>
  <cp:revision>2</cp:revision>
  <dcterms:created xsi:type="dcterms:W3CDTF">2013-01-27T09:14:16Z</dcterms:created>
  <dcterms:modified xsi:type="dcterms:W3CDTF">2025-04-04T20:53:45Z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0x0101002C6A175BA68236429F5779D8DCE568FE</vt:lpwstr>
  </property>
</Properties>
</file>
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7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2F1087-716F-4AD1-944F-DA4A8C59EA1A}" v="2" dt="2026-04-28T17:51:30.7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30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estha Pradhan, Neetu" userId="f2368ebd-46b8-4057-8dcb-a6f430956b33" providerId="ADAL" clId="{B685D83B-788D-48CF-AA0B-E452D644AE9E}"/>
    <pc:docChg chg="undo custSel addSld delSld modSld sldOrd modMainMaster">
      <pc:chgData name="Shrestha Pradhan, Neetu" userId="f2368ebd-46b8-4057-8dcb-a6f430956b33" providerId="ADAL" clId="{B685D83B-788D-48CF-AA0B-E452D644AE9E}" dt="2026-04-28T17:51:30.691" v="753"/>
      <pc:docMkLst>
        <pc:docMk/>
      </pc:docMkLst>
      <pc:sldChg chg="addSp delSp modSp mod setBg addAnim delAnim delDesignElem">
        <pc:chgData name="Shrestha Pradhan, Neetu" userId="f2368ebd-46b8-4057-8dcb-a6f430956b33" providerId="ADAL" clId="{B685D83B-788D-48CF-AA0B-E452D644AE9E}" dt="2026-04-25T23:25:19.677" v="450" actId="26606"/>
        <pc:sldMkLst>
          <pc:docMk/>
          <pc:sldMk cId="0" sldId="256"/>
        </pc:sldMkLst>
        <pc:spChg chg="mod">
          <ac:chgData name="Shrestha Pradhan, Neetu" userId="f2368ebd-46b8-4057-8dcb-a6f430956b33" providerId="ADAL" clId="{B685D83B-788D-48CF-AA0B-E452D644AE9E}" dt="2026-04-25T23:25:19.677" v="450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Shrestha Pradhan, Neetu" userId="f2368ebd-46b8-4057-8dcb-a6f430956b33" providerId="ADAL" clId="{B685D83B-788D-48CF-AA0B-E452D644AE9E}" dt="2026-04-25T22:49:35.803" v="316" actId="26606"/>
          <ac:spMkLst>
            <pc:docMk/>
            <pc:sldMk cId="0" sldId="256"/>
            <ac:spMk id="3" creationId="{00000000-0000-0000-0000-000000000000}"/>
          </ac:spMkLst>
        </pc:spChg>
        <pc:spChg chg="add">
          <ac:chgData name="Shrestha Pradhan, Neetu" userId="f2368ebd-46b8-4057-8dcb-a6f430956b33" providerId="ADAL" clId="{B685D83B-788D-48CF-AA0B-E452D644AE9E}" dt="2026-04-25T23:25:19.677" v="450" actId="26606"/>
          <ac:spMkLst>
            <pc:docMk/>
            <pc:sldMk cId="0" sldId="256"/>
            <ac:spMk id="164" creationId="{D0712110-0BC1-4B31-B3BB-63B44222E87F}"/>
          </ac:spMkLst>
        </pc:spChg>
        <pc:spChg chg="add">
          <ac:chgData name="Shrestha Pradhan, Neetu" userId="f2368ebd-46b8-4057-8dcb-a6f430956b33" providerId="ADAL" clId="{B685D83B-788D-48CF-AA0B-E452D644AE9E}" dt="2026-04-25T23:25:19.677" v="450" actId="26606"/>
          <ac:spMkLst>
            <pc:docMk/>
            <pc:sldMk cId="0" sldId="256"/>
            <ac:spMk id="166" creationId="{4466B5F3-C053-4580-B04A-1EF949888280}"/>
          </ac:spMkLst>
        </pc:spChg>
        <pc:picChg chg="add del mod">
          <ac:chgData name="Shrestha Pradhan, Neetu" userId="f2368ebd-46b8-4057-8dcb-a6f430956b33" providerId="ADAL" clId="{B685D83B-788D-48CF-AA0B-E452D644AE9E}" dt="2026-04-25T22:49:35.797" v="315" actId="26606"/>
          <ac:picMkLst>
            <pc:docMk/>
            <pc:sldMk cId="0" sldId="256"/>
            <ac:picMk id="5" creationId="{96CB32B5-69EE-7EC2-5D35-4CACF52BAE2A}"/>
          </ac:picMkLst>
        </pc:picChg>
        <pc:picChg chg="add mod">
          <ac:chgData name="Shrestha Pradhan, Neetu" userId="f2368ebd-46b8-4057-8dcb-a6f430956b33" providerId="ADAL" clId="{B685D83B-788D-48CF-AA0B-E452D644AE9E}" dt="2026-04-25T22:47:25.712" v="285" actId="1076"/>
          <ac:picMkLst>
            <pc:docMk/>
            <pc:sldMk cId="0" sldId="256"/>
            <ac:picMk id="6" creationId="{718EBAEE-A3A9-D62C-97D2-3BE15CCC4A9F}"/>
          </ac:picMkLst>
        </pc:picChg>
        <pc:picChg chg="add">
          <ac:chgData name="Shrestha Pradhan, Neetu" userId="f2368ebd-46b8-4057-8dcb-a6f430956b33" providerId="ADAL" clId="{B685D83B-788D-48CF-AA0B-E452D644AE9E}" dt="2026-04-25T23:25:19.677" v="450" actId="26606"/>
          <ac:picMkLst>
            <pc:docMk/>
            <pc:sldMk cId="0" sldId="256"/>
            <ac:picMk id="170" creationId="{25CED634-E2D0-4AB7-96DD-816C9B52C5CF}"/>
          </ac:picMkLst>
        </pc:picChg>
        <pc:cxnChg chg="add">
          <ac:chgData name="Shrestha Pradhan, Neetu" userId="f2368ebd-46b8-4057-8dcb-a6f430956b33" providerId="ADAL" clId="{B685D83B-788D-48CF-AA0B-E452D644AE9E}" dt="2026-04-25T23:25:19.677" v="450" actId="26606"/>
          <ac:cxnSpMkLst>
            <pc:docMk/>
            <pc:sldMk cId="0" sldId="256"/>
            <ac:cxnSpMk id="172" creationId="{FCDDCDFB-696D-4FDF-9B58-24F71B7C37BC}"/>
          </ac:cxnSpMkLst>
        </pc:cxnChg>
      </pc:sldChg>
      <pc:sldChg chg="addSp delSp modSp mod setBg setClrOvrMap">
        <pc:chgData name="Shrestha Pradhan, Neetu" userId="f2368ebd-46b8-4057-8dcb-a6f430956b33" providerId="ADAL" clId="{B685D83B-788D-48CF-AA0B-E452D644AE9E}" dt="2026-04-25T22:40:37.199" v="216" actId="113"/>
        <pc:sldMkLst>
          <pc:docMk/>
          <pc:sldMk cId="0" sldId="257"/>
        </pc:sldMkLst>
        <pc:spChg chg="add del mod">
          <ac:chgData name="Shrestha Pradhan, Neetu" userId="f2368ebd-46b8-4057-8dcb-a6f430956b33" providerId="ADAL" clId="{B685D83B-788D-48CF-AA0B-E452D644AE9E}" dt="2026-04-25T22:40:37.199" v="216" actId="113"/>
          <ac:spMkLst>
            <pc:docMk/>
            <pc:sldMk cId="0" sldId="257"/>
            <ac:spMk id="25" creationId="{F8538A8E-0E6D-E9B4-AD9B-AAEDA904F8B9}"/>
          </ac:spMkLst>
        </pc:spChg>
        <pc:spChg chg="add mod ord">
          <ac:chgData name="Shrestha Pradhan, Neetu" userId="f2368ebd-46b8-4057-8dcb-a6f430956b33" providerId="ADAL" clId="{B685D83B-788D-48CF-AA0B-E452D644AE9E}" dt="2026-04-25T22:39:43.834" v="209" actId="14100"/>
          <ac:spMkLst>
            <pc:docMk/>
            <pc:sldMk cId="0" sldId="257"/>
            <ac:spMk id="28" creationId="{1C93C8C9-FC3A-0072-4300-3F273EF0B0C2}"/>
          </ac:spMkLst>
        </pc:spChg>
        <pc:picChg chg="add mod">
          <ac:chgData name="Shrestha Pradhan, Neetu" userId="f2368ebd-46b8-4057-8dcb-a6f430956b33" providerId="ADAL" clId="{B685D83B-788D-48CF-AA0B-E452D644AE9E}" dt="2026-04-25T22:39:12.586" v="199" actId="26606"/>
          <ac:picMkLst>
            <pc:docMk/>
            <pc:sldMk cId="0" sldId="257"/>
            <ac:picMk id="27" creationId="{3B3DB7D6-E42B-762C-161F-3B255155C3A7}"/>
          </ac:picMkLst>
        </pc:picChg>
      </pc:sldChg>
      <pc:sldChg chg="addSp delSp modSp mod ord setBg addAnim delAnim">
        <pc:chgData name="Shrestha Pradhan, Neetu" userId="f2368ebd-46b8-4057-8dcb-a6f430956b33" providerId="ADAL" clId="{B685D83B-788D-48CF-AA0B-E452D644AE9E}" dt="2026-04-28T16:58:23.784" v="732" actId="313"/>
        <pc:sldMkLst>
          <pc:docMk/>
          <pc:sldMk cId="0" sldId="258"/>
        </pc:sldMkLst>
        <pc:spChg chg="mod">
          <ac:chgData name="Shrestha Pradhan, Neetu" userId="f2368ebd-46b8-4057-8dcb-a6f430956b33" providerId="ADAL" clId="{B685D83B-788D-48CF-AA0B-E452D644AE9E}" dt="2026-04-25T23:03:30.990" v="368" actId="26606"/>
          <ac:spMkLst>
            <pc:docMk/>
            <pc:sldMk cId="0" sldId="258"/>
            <ac:spMk id="2" creationId="{00000000-0000-0000-0000-000000000000}"/>
          </ac:spMkLst>
        </pc:spChg>
        <pc:spChg chg="add">
          <ac:chgData name="Shrestha Pradhan, Neetu" userId="f2368ebd-46b8-4057-8dcb-a6f430956b33" providerId="ADAL" clId="{B685D83B-788D-48CF-AA0B-E452D644AE9E}" dt="2026-04-25T23:04:54.068" v="385" actId="26606"/>
          <ac:spMkLst>
            <pc:docMk/>
            <pc:sldMk cId="0" sldId="258"/>
            <ac:spMk id="160" creationId="{482E7304-2AC2-4A5C-924D-A6AC3FFC5EAC}"/>
          </ac:spMkLst>
        </pc:spChg>
        <pc:spChg chg="add">
          <ac:chgData name="Shrestha Pradhan, Neetu" userId="f2368ebd-46b8-4057-8dcb-a6f430956b33" providerId="ADAL" clId="{B685D83B-788D-48CF-AA0B-E452D644AE9E}" dt="2026-04-25T23:04:54.068" v="385" actId="26606"/>
          <ac:spMkLst>
            <pc:docMk/>
            <pc:sldMk cId="0" sldId="258"/>
            <ac:spMk id="164" creationId="{A3C183B1-1D4B-4E3D-A02E-A426E3BFA016}"/>
          </ac:spMkLst>
        </pc:spChg>
        <pc:graphicFrameChg chg="add mod ord modGraphic">
          <ac:chgData name="Shrestha Pradhan, Neetu" userId="f2368ebd-46b8-4057-8dcb-a6f430956b33" providerId="ADAL" clId="{B685D83B-788D-48CF-AA0B-E452D644AE9E}" dt="2026-04-28T16:58:23.784" v="732" actId="313"/>
          <ac:graphicFrameMkLst>
            <pc:docMk/>
            <pc:sldMk cId="0" sldId="258"/>
            <ac:graphicFrameMk id="30" creationId="{359766D7-91E8-A8CB-D75F-B16209A4DACF}"/>
          </ac:graphicFrameMkLst>
        </pc:graphicFrameChg>
        <pc:cxnChg chg="add">
          <ac:chgData name="Shrestha Pradhan, Neetu" userId="f2368ebd-46b8-4057-8dcb-a6f430956b33" providerId="ADAL" clId="{B685D83B-788D-48CF-AA0B-E452D644AE9E}" dt="2026-04-25T23:04:54.068" v="385" actId="26606"/>
          <ac:cxnSpMkLst>
            <pc:docMk/>
            <pc:sldMk cId="0" sldId="258"/>
            <ac:cxnSpMk id="162" creationId="{D259FEF2-F6A5-442F-BA10-4E39EECD0ABE}"/>
          </ac:cxnSpMkLst>
        </pc:cxnChg>
      </pc:sldChg>
      <pc:sldChg chg="addSp delSp modSp mod setBg">
        <pc:chgData name="Shrestha Pradhan, Neetu" userId="f2368ebd-46b8-4057-8dcb-a6f430956b33" providerId="ADAL" clId="{B685D83B-788D-48CF-AA0B-E452D644AE9E}" dt="2026-04-28T16:58:43.018" v="733" actId="14100"/>
        <pc:sldMkLst>
          <pc:docMk/>
          <pc:sldMk cId="0" sldId="259"/>
        </pc:sldMkLst>
        <pc:spChg chg="mod">
          <ac:chgData name="Shrestha Pradhan, Neetu" userId="f2368ebd-46b8-4057-8dcb-a6f430956b33" providerId="ADAL" clId="{B685D83B-788D-48CF-AA0B-E452D644AE9E}" dt="2026-04-25T23:25:53.502" v="454" actId="26606"/>
          <ac:spMkLst>
            <pc:docMk/>
            <pc:sldMk cId="0" sldId="259"/>
            <ac:spMk id="2" creationId="{00000000-0000-0000-0000-000000000000}"/>
          </ac:spMkLst>
        </pc:spChg>
        <pc:spChg chg="add mod">
          <ac:chgData name="Shrestha Pradhan, Neetu" userId="f2368ebd-46b8-4057-8dcb-a6f430956b33" providerId="ADAL" clId="{B685D83B-788D-48CF-AA0B-E452D644AE9E}" dt="2026-04-25T23:25:53.502" v="454" actId="26606"/>
          <ac:spMkLst>
            <pc:docMk/>
            <pc:sldMk cId="0" sldId="259"/>
            <ac:spMk id="7" creationId="{163C17C7-850A-E381-12C5-EDE82388323F}"/>
          </ac:spMkLst>
        </pc:spChg>
        <pc:grpChg chg="add del">
          <ac:chgData name="Shrestha Pradhan, Neetu" userId="f2368ebd-46b8-4057-8dcb-a6f430956b33" providerId="ADAL" clId="{B685D83B-788D-48CF-AA0B-E452D644AE9E}" dt="2026-04-25T23:30:30.765" v="482" actId="26606"/>
          <ac:grpSpMkLst>
            <pc:docMk/>
            <pc:sldMk cId="0" sldId="259"/>
            <ac:grpSpMk id="67" creationId="{7B733C3F-9682-42F2-95C8-440BBDB77DE1}"/>
          </ac:grpSpMkLst>
        </pc:grpChg>
        <pc:graphicFrameChg chg="add mod modGraphic">
          <ac:chgData name="Shrestha Pradhan, Neetu" userId="f2368ebd-46b8-4057-8dcb-a6f430956b33" providerId="ADAL" clId="{B685D83B-788D-48CF-AA0B-E452D644AE9E}" dt="2026-04-28T16:58:43.018" v="733" actId="14100"/>
          <ac:graphicFrameMkLst>
            <pc:docMk/>
            <pc:sldMk cId="0" sldId="259"/>
            <ac:graphicFrameMk id="21" creationId="{6C3C944C-0982-4C60-325A-7EA3EE193016}"/>
          </ac:graphicFrameMkLst>
        </pc:graphicFrameChg>
        <pc:picChg chg="add mod ord">
          <ac:chgData name="Shrestha Pradhan, Neetu" userId="f2368ebd-46b8-4057-8dcb-a6f430956b33" providerId="ADAL" clId="{B685D83B-788D-48CF-AA0B-E452D644AE9E}" dt="2026-04-25T23:30:30.765" v="482" actId="26606"/>
          <ac:picMkLst>
            <pc:docMk/>
            <pc:sldMk cId="0" sldId="259"/>
            <ac:picMk id="6" creationId="{FDFC124E-BA69-2472-2E3C-2631406FC248}"/>
          </ac:picMkLst>
        </pc:picChg>
      </pc:sldChg>
      <pc:sldChg chg="addSp delSp modSp mod setBg">
        <pc:chgData name="Shrestha Pradhan, Neetu" userId="f2368ebd-46b8-4057-8dcb-a6f430956b33" providerId="ADAL" clId="{B685D83B-788D-48CF-AA0B-E452D644AE9E}" dt="2026-04-25T23:34:21.949" v="529" actId="14100"/>
        <pc:sldMkLst>
          <pc:docMk/>
          <pc:sldMk cId="0" sldId="260"/>
        </pc:sldMkLst>
        <pc:spChg chg="mod ord">
          <ac:chgData name="Shrestha Pradhan, Neetu" userId="f2368ebd-46b8-4057-8dcb-a6f430956b33" providerId="ADAL" clId="{B685D83B-788D-48CF-AA0B-E452D644AE9E}" dt="2026-04-25T23:33:07.110" v="511" actId="26606"/>
          <ac:spMkLst>
            <pc:docMk/>
            <pc:sldMk cId="0" sldId="260"/>
            <ac:spMk id="2" creationId="{00000000-0000-0000-0000-000000000000}"/>
          </ac:spMkLst>
        </pc:spChg>
        <pc:spChg chg="add">
          <ac:chgData name="Shrestha Pradhan, Neetu" userId="f2368ebd-46b8-4057-8dcb-a6f430956b33" providerId="ADAL" clId="{B685D83B-788D-48CF-AA0B-E452D644AE9E}" dt="2026-04-25T23:34:01.876" v="524" actId="26606"/>
          <ac:spMkLst>
            <pc:docMk/>
            <pc:sldMk cId="0" sldId="260"/>
            <ac:spMk id="97" creationId="{35C3D674-3D59-4E93-80CA-0C0A9095E816}"/>
          </ac:spMkLst>
        </pc:spChg>
        <pc:spChg chg="add">
          <ac:chgData name="Shrestha Pradhan, Neetu" userId="f2368ebd-46b8-4057-8dcb-a6f430956b33" providerId="ADAL" clId="{B685D83B-788D-48CF-AA0B-E452D644AE9E}" dt="2026-04-25T23:34:01.876" v="524" actId="26606"/>
          <ac:spMkLst>
            <pc:docMk/>
            <pc:sldMk cId="0" sldId="260"/>
            <ac:spMk id="104" creationId="{EF2A81E1-BCBE-426B-8C09-33274E69409D}"/>
          </ac:spMkLst>
        </pc:spChg>
        <pc:graphicFrameChg chg="add del mod ord modGraphic">
          <ac:chgData name="Shrestha Pradhan, Neetu" userId="f2368ebd-46b8-4057-8dcb-a6f430956b33" providerId="ADAL" clId="{B685D83B-788D-48CF-AA0B-E452D644AE9E}" dt="2026-04-25T23:34:01.876" v="524" actId="26606"/>
          <ac:graphicFrameMkLst>
            <pc:docMk/>
            <pc:sldMk cId="0" sldId="260"/>
            <ac:graphicFrameMk id="5" creationId="{8B426E15-5CD4-1007-C6C2-98517D0C43B5}"/>
          </ac:graphicFrameMkLst>
        </pc:graphicFrameChg>
        <pc:picChg chg="add mod">
          <ac:chgData name="Shrestha Pradhan, Neetu" userId="f2368ebd-46b8-4057-8dcb-a6f430956b33" providerId="ADAL" clId="{B685D83B-788D-48CF-AA0B-E452D644AE9E}" dt="2026-04-25T23:34:21.949" v="529" actId="14100"/>
          <ac:picMkLst>
            <pc:docMk/>
            <pc:sldMk cId="0" sldId="260"/>
            <ac:picMk id="31" creationId="{76AAFA15-2CF2-CC56-3082-4A63219D52E6}"/>
          </ac:picMkLst>
        </pc:picChg>
        <pc:picChg chg="add">
          <ac:chgData name="Shrestha Pradhan, Neetu" userId="f2368ebd-46b8-4057-8dcb-a6f430956b33" providerId="ADAL" clId="{B685D83B-788D-48CF-AA0B-E452D644AE9E}" dt="2026-04-25T23:34:01.876" v="524" actId="26606"/>
          <ac:picMkLst>
            <pc:docMk/>
            <pc:sldMk cId="0" sldId="260"/>
            <ac:picMk id="106" creationId="{39D1DDD4-5BB3-45BA-B9B3-06B62299AD79}"/>
          </ac:picMkLst>
        </pc:picChg>
        <pc:cxnChg chg="add">
          <ac:chgData name="Shrestha Pradhan, Neetu" userId="f2368ebd-46b8-4057-8dcb-a6f430956b33" providerId="ADAL" clId="{B685D83B-788D-48CF-AA0B-E452D644AE9E}" dt="2026-04-25T23:34:01.876" v="524" actId="26606"/>
          <ac:cxnSpMkLst>
            <pc:docMk/>
            <pc:sldMk cId="0" sldId="260"/>
            <ac:cxnSpMk id="108" creationId="{A24DAE64-2302-42EA-8239-F2F0775CA5AD}"/>
          </ac:cxnSpMkLst>
        </pc:cxnChg>
      </pc:sldChg>
      <pc:sldChg chg="addSp delSp modSp mod setBg">
        <pc:chgData name="Shrestha Pradhan, Neetu" userId="f2368ebd-46b8-4057-8dcb-a6f430956b33" providerId="ADAL" clId="{B685D83B-788D-48CF-AA0B-E452D644AE9E}" dt="2026-04-28T17:51:30.691" v="753"/>
        <pc:sldMkLst>
          <pc:docMk/>
          <pc:sldMk cId="0" sldId="261"/>
        </pc:sldMkLst>
        <pc:spChg chg="add del mod ord">
          <ac:chgData name="Shrestha Pradhan, Neetu" userId="f2368ebd-46b8-4057-8dcb-a6f430956b33" providerId="ADAL" clId="{B685D83B-788D-48CF-AA0B-E452D644AE9E}" dt="2026-04-25T23:56:19.183" v="690" actId="207"/>
          <ac:spMkLst>
            <pc:docMk/>
            <pc:sldMk cId="0" sldId="261"/>
            <ac:spMk id="6" creationId="{4B1BFF5A-4D11-88D4-75D4-260F05882976}"/>
          </ac:spMkLst>
        </pc:spChg>
        <pc:spChg chg="add">
          <ac:chgData name="Shrestha Pradhan, Neetu" userId="f2368ebd-46b8-4057-8dcb-a6f430956b33" providerId="ADAL" clId="{B685D83B-788D-48CF-AA0B-E452D644AE9E}" dt="2026-04-25T23:46:42.616" v="603" actId="26606"/>
          <ac:spMkLst>
            <pc:docMk/>
            <pc:sldMk cId="0" sldId="261"/>
            <ac:spMk id="110" creationId="{1C2A4B30-77D7-4FFB-8B53-A88BD68CABD2}"/>
          </ac:spMkLst>
        </pc:spChg>
        <pc:spChg chg="add">
          <ac:chgData name="Shrestha Pradhan, Neetu" userId="f2368ebd-46b8-4057-8dcb-a6f430956b33" providerId="ADAL" clId="{B685D83B-788D-48CF-AA0B-E452D644AE9E}" dt="2026-04-25T23:46:42.616" v="603" actId="26606"/>
          <ac:spMkLst>
            <pc:docMk/>
            <pc:sldMk cId="0" sldId="261"/>
            <ac:spMk id="114" creationId="{01E4D783-AD45-49E7-B6C7-BBACB8290688}"/>
          </ac:spMkLst>
        </pc:spChg>
        <pc:graphicFrameChg chg="add mod ord modGraphic">
          <ac:chgData name="Shrestha Pradhan, Neetu" userId="f2368ebd-46b8-4057-8dcb-a6f430956b33" providerId="ADAL" clId="{B685D83B-788D-48CF-AA0B-E452D644AE9E}" dt="2026-04-28T17:51:30.691" v="753"/>
          <ac:graphicFrameMkLst>
            <pc:docMk/>
            <pc:sldMk cId="0" sldId="261"/>
            <ac:graphicFrameMk id="31" creationId="{8DC4D7CD-2CE2-B56A-379E-C1FD7EEB5647}"/>
          </ac:graphicFrameMkLst>
        </pc:graphicFrameChg>
        <pc:picChg chg="add mod">
          <ac:chgData name="Shrestha Pradhan, Neetu" userId="f2368ebd-46b8-4057-8dcb-a6f430956b33" providerId="ADAL" clId="{B685D83B-788D-48CF-AA0B-E452D644AE9E}" dt="2026-04-25T23:54:48.592" v="674" actId="14100"/>
          <ac:picMkLst>
            <pc:docMk/>
            <pc:sldMk cId="0" sldId="261"/>
            <ac:picMk id="5" creationId="{20C58F5D-2FCA-704C-3ACD-FFEE6AA89834}"/>
          </ac:picMkLst>
        </pc:picChg>
        <pc:cxnChg chg="add">
          <ac:chgData name="Shrestha Pradhan, Neetu" userId="f2368ebd-46b8-4057-8dcb-a6f430956b33" providerId="ADAL" clId="{B685D83B-788D-48CF-AA0B-E452D644AE9E}" dt="2026-04-25T23:46:42.616" v="603" actId="26606"/>
          <ac:cxnSpMkLst>
            <pc:docMk/>
            <pc:sldMk cId="0" sldId="261"/>
            <ac:cxnSpMk id="112" creationId="{373AAE2E-5D6B-4952-A4BB-546C49F8DE4B}"/>
          </ac:cxnSpMkLst>
        </pc:cxnChg>
      </pc:sldChg>
      <pc:sldChg chg="addSp delSp modSp add del mod setBg">
        <pc:chgData name="Shrestha Pradhan, Neetu" userId="f2368ebd-46b8-4057-8dcb-a6f430956b33" providerId="ADAL" clId="{B685D83B-788D-48CF-AA0B-E452D644AE9E}" dt="2026-04-28T17:00:24.098" v="734" actId="14100"/>
        <pc:sldMkLst>
          <pc:docMk/>
          <pc:sldMk cId="0" sldId="262"/>
        </pc:sldMkLst>
        <pc:spChg chg="mod">
          <ac:chgData name="Shrestha Pradhan, Neetu" userId="f2368ebd-46b8-4057-8dcb-a6f430956b33" providerId="ADAL" clId="{B685D83B-788D-48CF-AA0B-E452D644AE9E}" dt="2026-04-25T23:53:44.267" v="660" actId="26606"/>
          <ac:spMkLst>
            <pc:docMk/>
            <pc:sldMk cId="0" sldId="262"/>
            <ac:spMk id="2" creationId="{00000000-0000-0000-0000-000000000000}"/>
          </ac:spMkLst>
        </pc:spChg>
        <pc:spChg chg="add del">
          <ac:chgData name="Shrestha Pradhan, Neetu" userId="f2368ebd-46b8-4057-8dcb-a6f430956b33" providerId="ADAL" clId="{B685D83B-788D-48CF-AA0B-E452D644AE9E}" dt="2026-04-25T23:53:44.267" v="660" actId="26606"/>
          <ac:spMkLst>
            <pc:docMk/>
            <pc:sldMk cId="0" sldId="262"/>
            <ac:spMk id="49" creationId="{35C3D674-3D59-4E93-80CA-0C0A9095E816}"/>
          </ac:spMkLst>
        </pc:spChg>
        <pc:spChg chg="add del">
          <ac:chgData name="Shrestha Pradhan, Neetu" userId="f2368ebd-46b8-4057-8dcb-a6f430956b33" providerId="ADAL" clId="{B685D83B-788D-48CF-AA0B-E452D644AE9E}" dt="2026-04-25T23:53:44.267" v="660" actId="26606"/>
          <ac:spMkLst>
            <pc:docMk/>
            <pc:sldMk cId="0" sldId="262"/>
            <ac:spMk id="51" creationId="{EF2A81E1-BCBE-426B-8C09-33274E69409D}"/>
          </ac:spMkLst>
        </pc:spChg>
        <pc:graphicFrameChg chg="add mod ord modGraphic">
          <ac:chgData name="Shrestha Pradhan, Neetu" userId="f2368ebd-46b8-4057-8dcb-a6f430956b33" providerId="ADAL" clId="{B685D83B-788D-48CF-AA0B-E452D644AE9E}" dt="2026-04-28T17:00:24.098" v="734" actId="14100"/>
          <ac:graphicFrameMkLst>
            <pc:docMk/>
            <pc:sldMk cId="0" sldId="262"/>
            <ac:graphicFrameMk id="5" creationId="{AAC388C6-D14B-C3FF-9847-B5EAB5941401}"/>
          </ac:graphicFrameMkLst>
        </pc:graphicFrameChg>
        <pc:picChg chg="add mod">
          <ac:chgData name="Shrestha Pradhan, Neetu" userId="f2368ebd-46b8-4057-8dcb-a6f430956b33" providerId="ADAL" clId="{B685D83B-788D-48CF-AA0B-E452D644AE9E}" dt="2026-04-25T23:54:20.734" v="667" actId="14100"/>
          <ac:picMkLst>
            <pc:docMk/>
            <pc:sldMk cId="0" sldId="262"/>
            <ac:picMk id="6" creationId="{D0E2ED58-1B6D-ABDA-0743-2848E1CBB506}"/>
          </ac:picMkLst>
        </pc:picChg>
        <pc:picChg chg="add del">
          <ac:chgData name="Shrestha Pradhan, Neetu" userId="f2368ebd-46b8-4057-8dcb-a6f430956b33" providerId="ADAL" clId="{B685D83B-788D-48CF-AA0B-E452D644AE9E}" dt="2026-04-25T23:53:44.267" v="660" actId="26606"/>
          <ac:picMkLst>
            <pc:docMk/>
            <pc:sldMk cId="0" sldId="262"/>
            <ac:picMk id="52" creationId="{39D1DDD4-5BB3-45BA-B9B3-06B62299AD79}"/>
          </ac:picMkLst>
        </pc:picChg>
        <pc:cxnChg chg="add">
          <ac:chgData name="Shrestha Pradhan, Neetu" userId="f2368ebd-46b8-4057-8dcb-a6f430956b33" providerId="ADAL" clId="{B685D83B-788D-48CF-AA0B-E452D644AE9E}" dt="2026-04-25T23:52:46.516" v="657" actId="26606"/>
          <ac:cxnSpMkLst>
            <pc:docMk/>
            <pc:sldMk cId="0" sldId="262"/>
            <ac:cxnSpMk id="50" creationId="{C884B8F8-FDC9-498B-9960-5D7260AFCB03}"/>
          </ac:cxnSpMkLst>
        </pc:cxnChg>
      </pc:sldChg>
      <pc:sldChg chg="addSp delSp modSp mod setBg">
        <pc:chgData name="Shrestha Pradhan, Neetu" userId="f2368ebd-46b8-4057-8dcb-a6f430956b33" providerId="ADAL" clId="{B685D83B-788D-48CF-AA0B-E452D644AE9E}" dt="2026-04-28T17:00:52.951" v="752" actId="20577"/>
        <pc:sldMkLst>
          <pc:docMk/>
          <pc:sldMk cId="0" sldId="263"/>
        </pc:sldMkLst>
        <pc:spChg chg="mod">
          <ac:chgData name="Shrestha Pradhan, Neetu" userId="f2368ebd-46b8-4057-8dcb-a6f430956b33" providerId="ADAL" clId="{B685D83B-788D-48CF-AA0B-E452D644AE9E}" dt="2026-04-25T23:59:31.894" v="712" actId="26606"/>
          <ac:spMkLst>
            <pc:docMk/>
            <pc:sldMk cId="0" sldId="263"/>
            <ac:spMk id="2" creationId="{00000000-0000-0000-0000-000000000000}"/>
          </ac:spMkLst>
        </pc:spChg>
        <pc:spChg chg="mod ord">
          <ac:chgData name="Shrestha Pradhan, Neetu" userId="f2368ebd-46b8-4057-8dcb-a6f430956b33" providerId="ADAL" clId="{B685D83B-788D-48CF-AA0B-E452D644AE9E}" dt="2026-04-28T17:00:52.951" v="752" actId="20577"/>
          <ac:spMkLst>
            <pc:docMk/>
            <pc:sldMk cId="0" sldId="263"/>
            <ac:spMk id="3" creationId="{00000000-0000-0000-0000-000000000000}"/>
          </ac:spMkLst>
        </pc:spChg>
        <pc:spChg chg="add">
          <ac:chgData name="Shrestha Pradhan, Neetu" userId="f2368ebd-46b8-4057-8dcb-a6f430956b33" providerId="ADAL" clId="{B685D83B-788D-48CF-AA0B-E452D644AE9E}" dt="2026-04-25T23:59:31.894" v="712" actId="26606"/>
          <ac:spMkLst>
            <pc:docMk/>
            <pc:sldMk cId="0" sldId="263"/>
            <ac:spMk id="53" creationId="{35C3D674-3D59-4E93-80CA-0C0A9095E816}"/>
          </ac:spMkLst>
        </pc:spChg>
        <pc:spChg chg="add">
          <ac:chgData name="Shrestha Pradhan, Neetu" userId="f2368ebd-46b8-4057-8dcb-a6f430956b33" providerId="ADAL" clId="{B685D83B-788D-48CF-AA0B-E452D644AE9E}" dt="2026-04-25T23:59:31.894" v="712" actId="26606"/>
          <ac:spMkLst>
            <pc:docMk/>
            <pc:sldMk cId="0" sldId="263"/>
            <ac:spMk id="55" creationId="{EF2A81E1-BCBE-426B-8C09-33274E69409D}"/>
          </ac:spMkLst>
        </pc:spChg>
        <pc:picChg chg="add mod ord">
          <ac:chgData name="Shrestha Pradhan, Neetu" userId="f2368ebd-46b8-4057-8dcb-a6f430956b33" providerId="ADAL" clId="{B685D83B-788D-48CF-AA0B-E452D644AE9E}" dt="2026-04-25T23:59:31.894" v="712" actId="26606"/>
          <ac:picMkLst>
            <pc:docMk/>
            <pc:sldMk cId="0" sldId="263"/>
            <ac:picMk id="14" creationId="{862B383E-5E61-A6D3-A825-E7E7ABBC6F68}"/>
          </ac:picMkLst>
        </pc:picChg>
        <pc:picChg chg="add">
          <ac:chgData name="Shrestha Pradhan, Neetu" userId="f2368ebd-46b8-4057-8dcb-a6f430956b33" providerId="ADAL" clId="{B685D83B-788D-48CF-AA0B-E452D644AE9E}" dt="2026-04-25T23:59:31.894" v="712" actId="26606"/>
          <ac:picMkLst>
            <pc:docMk/>
            <pc:sldMk cId="0" sldId="263"/>
            <ac:picMk id="56" creationId="{39D1DDD4-5BB3-45BA-B9B3-06B62299AD79}"/>
          </ac:picMkLst>
        </pc:picChg>
        <pc:cxnChg chg="add">
          <ac:chgData name="Shrestha Pradhan, Neetu" userId="f2368ebd-46b8-4057-8dcb-a6f430956b33" providerId="ADAL" clId="{B685D83B-788D-48CF-AA0B-E452D644AE9E}" dt="2026-04-25T23:59:31.894" v="712" actId="26606"/>
          <ac:cxnSpMkLst>
            <pc:docMk/>
            <pc:sldMk cId="0" sldId="263"/>
            <ac:cxnSpMk id="54" creationId="{C884B8F8-FDC9-498B-9960-5D7260AFCB03}"/>
          </ac:cxnSpMkLst>
        </pc:cxnChg>
      </pc:sldChg>
      <pc:sldChg chg="addSp delSp modSp mod setBg">
        <pc:chgData name="Shrestha Pradhan, Neetu" userId="f2368ebd-46b8-4057-8dcb-a6f430956b33" providerId="ADAL" clId="{B685D83B-788D-48CF-AA0B-E452D644AE9E}" dt="2026-04-25T23:59:58.296" v="719" actId="1076"/>
        <pc:sldMkLst>
          <pc:docMk/>
          <pc:sldMk cId="0" sldId="264"/>
        </pc:sldMkLst>
        <pc:spChg chg="mod">
          <ac:chgData name="Shrestha Pradhan, Neetu" userId="f2368ebd-46b8-4057-8dcb-a6f430956b33" providerId="ADAL" clId="{B685D83B-788D-48CF-AA0B-E452D644AE9E}" dt="2026-04-25T23:59:58.296" v="719" actId="1076"/>
          <ac:spMkLst>
            <pc:docMk/>
            <pc:sldMk cId="0" sldId="264"/>
            <ac:spMk id="2" creationId="{00000000-0000-0000-0000-000000000000}"/>
          </ac:spMkLst>
        </pc:spChg>
        <pc:spChg chg="add">
          <ac:chgData name="Shrestha Pradhan, Neetu" userId="f2368ebd-46b8-4057-8dcb-a6f430956b33" providerId="ADAL" clId="{B685D83B-788D-48CF-AA0B-E452D644AE9E}" dt="2026-04-25T23:59:44.812" v="715" actId="26606"/>
          <ac:spMkLst>
            <pc:docMk/>
            <pc:sldMk cId="0" sldId="264"/>
            <ac:spMk id="36" creationId="{482E7304-2AC2-4A5C-924D-A6AC3FFC5EAC}"/>
          </ac:spMkLst>
        </pc:spChg>
        <pc:spChg chg="add">
          <ac:chgData name="Shrestha Pradhan, Neetu" userId="f2368ebd-46b8-4057-8dcb-a6f430956b33" providerId="ADAL" clId="{B685D83B-788D-48CF-AA0B-E452D644AE9E}" dt="2026-04-25T23:59:44.812" v="715" actId="26606"/>
          <ac:spMkLst>
            <pc:docMk/>
            <pc:sldMk cId="0" sldId="264"/>
            <ac:spMk id="38" creationId="{A3C183B1-1D4B-4E3D-A02E-A426E3BFA016}"/>
          </ac:spMkLst>
        </pc:spChg>
        <pc:graphicFrameChg chg="add mod modGraphic">
          <ac:chgData name="Shrestha Pradhan, Neetu" userId="f2368ebd-46b8-4057-8dcb-a6f430956b33" providerId="ADAL" clId="{B685D83B-788D-48CF-AA0B-E452D644AE9E}" dt="2026-04-25T23:59:56.083" v="718" actId="20577"/>
          <ac:graphicFrameMkLst>
            <pc:docMk/>
            <pc:sldMk cId="0" sldId="264"/>
            <ac:graphicFrameMk id="5" creationId="{B1BC1B94-7045-3B5B-00EF-FB260A7A7890}"/>
          </ac:graphicFrameMkLst>
        </pc:graphicFrameChg>
        <pc:cxnChg chg="add">
          <ac:chgData name="Shrestha Pradhan, Neetu" userId="f2368ebd-46b8-4057-8dcb-a6f430956b33" providerId="ADAL" clId="{B685D83B-788D-48CF-AA0B-E452D644AE9E}" dt="2026-04-25T23:59:44.812" v="715" actId="26606"/>
          <ac:cxnSpMkLst>
            <pc:docMk/>
            <pc:sldMk cId="0" sldId="264"/>
            <ac:cxnSpMk id="37" creationId="{D259FEF2-F6A5-442F-BA10-4E39EECD0ABE}"/>
          </ac:cxnSpMkLst>
        </pc:cxnChg>
      </pc:sldChg>
      <pc:sldMasterChg chg="setBg">
        <pc:chgData name="Shrestha Pradhan, Neetu" userId="f2368ebd-46b8-4057-8dcb-a6f430956b33" providerId="ADAL" clId="{B685D83B-788D-48CF-AA0B-E452D644AE9E}" dt="2026-04-25T22:14:19.571" v="42"/>
        <pc:sldMasterMkLst>
          <pc:docMk/>
          <pc:sldMasterMk cId="987775687" sldId="2147483757"/>
        </pc:sldMasterMkLst>
      </pc:sldMaster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F6479F-1903-490E-A679-64052AD86014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4D759CE-445B-4B75-8C00-3BA3AA2A6555}">
      <dgm:prSet/>
      <dgm:spPr/>
      <dgm:t>
        <a:bodyPr/>
        <a:lstStyle/>
        <a:p>
          <a:r>
            <a:rPr lang="en-US"/>
            <a:t>Date</a:t>
          </a:r>
        </a:p>
      </dgm:t>
    </dgm:pt>
    <dgm:pt modelId="{C1EAD3DA-179A-4E26-8D84-841BEE427DF3}" type="parTrans" cxnId="{F94E61C8-0073-4A15-8F6C-FE541B62B10D}">
      <dgm:prSet/>
      <dgm:spPr/>
      <dgm:t>
        <a:bodyPr/>
        <a:lstStyle/>
        <a:p>
          <a:endParaRPr lang="en-US"/>
        </a:p>
      </dgm:t>
    </dgm:pt>
    <dgm:pt modelId="{59FDFB40-82B0-4A66-8AD8-B5CADFD8682D}" type="sibTrans" cxnId="{F94E61C8-0073-4A15-8F6C-FE541B62B10D}">
      <dgm:prSet/>
      <dgm:spPr/>
      <dgm:t>
        <a:bodyPr/>
        <a:lstStyle/>
        <a:p>
          <a:endParaRPr lang="en-US"/>
        </a:p>
      </dgm:t>
    </dgm:pt>
    <dgm:pt modelId="{D4F3E05D-51B2-46E3-9A76-DB53F6B1663B}">
      <dgm:prSet/>
      <dgm:spPr/>
      <dgm:t>
        <a:bodyPr/>
        <a:lstStyle/>
        <a:p>
          <a:r>
            <a:rPr lang="en-US"/>
            <a:t>Day Type (Weekday/Weekend)</a:t>
          </a:r>
        </a:p>
      </dgm:t>
    </dgm:pt>
    <dgm:pt modelId="{C27C200A-A258-4110-ADA7-6B56A5266840}" type="parTrans" cxnId="{9D88240E-F263-4337-967D-9781F27CA7CE}">
      <dgm:prSet/>
      <dgm:spPr/>
      <dgm:t>
        <a:bodyPr/>
        <a:lstStyle/>
        <a:p>
          <a:endParaRPr lang="en-US"/>
        </a:p>
      </dgm:t>
    </dgm:pt>
    <dgm:pt modelId="{3B6AF543-581B-4C01-922A-214E061CA9B5}" type="sibTrans" cxnId="{9D88240E-F263-4337-967D-9781F27CA7CE}">
      <dgm:prSet/>
      <dgm:spPr/>
      <dgm:t>
        <a:bodyPr/>
        <a:lstStyle/>
        <a:p>
          <a:endParaRPr lang="en-US"/>
        </a:p>
      </dgm:t>
    </dgm:pt>
    <dgm:pt modelId="{782869E2-2FC4-489D-BB2D-F10327717B65}">
      <dgm:prSet/>
      <dgm:spPr/>
      <dgm:t>
        <a:bodyPr/>
        <a:lstStyle/>
        <a:p>
          <a:r>
            <a:rPr lang="en-US" dirty="0"/>
            <a:t>Minutes (Social Media Time)</a:t>
          </a:r>
        </a:p>
      </dgm:t>
    </dgm:pt>
    <dgm:pt modelId="{44E63AE3-1066-4086-947C-4C8ED270C05C}" type="parTrans" cxnId="{431684C0-1482-412A-802E-26E89C92F333}">
      <dgm:prSet/>
      <dgm:spPr/>
      <dgm:t>
        <a:bodyPr/>
        <a:lstStyle/>
        <a:p>
          <a:endParaRPr lang="en-US"/>
        </a:p>
      </dgm:t>
    </dgm:pt>
    <dgm:pt modelId="{F8EC8DEA-3783-499C-BD17-3604383DE4CD}" type="sibTrans" cxnId="{431684C0-1482-412A-802E-26E89C92F333}">
      <dgm:prSet/>
      <dgm:spPr/>
      <dgm:t>
        <a:bodyPr/>
        <a:lstStyle/>
        <a:p>
          <a:endParaRPr lang="en-US"/>
        </a:p>
      </dgm:t>
    </dgm:pt>
    <dgm:pt modelId="{918DA97C-9002-4E70-A2CA-B10E9AE60934}">
      <dgm:prSet/>
      <dgm:spPr/>
      <dgm:t>
        <a:bodyPr/>
        <a:lstStyle/>
        <a:p>
          <a:r>
            <a:rPr lang="en-US"/>
            <a:t>Earning ($ per day)</a:t>
          </a:r>
        </a:p>
      </dgm:t>
    </dgm:pt>
    <dgm:pt modelId="{61C27148-03DA-412D-8A4B-44B9FFFD51F6}" type="parTrans" cxnId="{DBC05887-906C-4DC6-A759-B07771804212}">
      <dgm:prSet/>
      <dgm:spPr/>
      <dgm:t>
        <a:bodyPr/>
        <a:lstStyle/>
        <a:p>
          <a:endParaRPr lang="en-US"/>
        </a:p>
      </dgm:t>
    </dgm:pt>
    <dgm:pt modelId="{48D341D7-B497-42BA-90AF-1D6581F43A2F}" type="sibTrans" cxnId="{DBC05887-906C-4DC6-A759-B07771804212}">
      <dgm:prSet/>
      <dgm:spPr/>
      <dgm:t>
        <a:bodyPr/>
        <a:lstStyle/>
        <a:p>
          <a:endParaRPr lang="en-US"/>
        </a:p>
      </dgm:t>
    </dgm:pt>
    <dgm:pt modelId="{4DCD6A68-0932-4A16-B4CA-7DD44002BB1B}" type="pres">
      <dgm:prSet presAssocID="{A3F6479F-1903-490E-A679-64052AD86014}" presName="outerComposite" presStyleCnt="0">
        <dgm:presLayoutVars>
          <dgm:chMax val="5"/>
          <dgm:dir/>
          <dgm:resizeHandles val="exact"/>
        </dgm:presLayoutVars>
      </dgm:prSet>
      <dgm:spPr/>
    </dgm:pt>
    <dgm:pt modelId="{5CA2926E-42FF-421A-9069-045BC9B0ADF8}" type="pres">
      <dgm:prSet presAssocID="{A3F6479F-1903-490E-A679-64052AD86014}" presName="dummyMaxCanvas" presStyleCnt="0">
        <dgm:presLayoutVars/>
      </dgm:prSet>
      <dgm:spPr/>
    </dgm:pt>
    <dgm:pt modelId="{4B7E316C-5C6D-4ABF-B8E8-325D4F3FCE6C}" type="pres">
      <dgm:prSet presAssocID="{A3F6479F-1903-490E-A679-64052AD86014}" presName="FourNodes_1" presStyleLbl="node1" presStyleIdx="0" presStyleCnt="4">
        <dgm:presLayoutVars>
          <dgm:bulletEnabled val="1"/>
        </dgm:presLayoutVars>
      </dgm:prSet>
      <dgm:spPr/>
    </dgm:pt>
    <dgm:pt modelId="{A0E034F0-E3A3-4C30-A9CC-6958F31A7E39}" type="pres">
      <dgm:prSet presAssocID="{A3F6479F-1903-490E-A679-64052AD86014}" presName="FourNodes_2" presStyleLbl="node1" presStyleIdx="1" presStyleCnt="4">
        <dgm:presLayoutVars>
          <dgm:bulletEnabled val="1"/>
        </dgm:presLayoutVars>
      </dgm:prSet>
      <dgm:spPr/>
    </dgm:pt>
    <dgm:pt modelId="{D7678A82-6A1D-49D2-A7C2-AF43237D59E0}" type="pres">
      <dgm:prSet presAssocID="{A3F6479F-1903-490E-A679-64052AD86014}" presName="FourNodes_3" presStyleLbl="node1" presStyleIdx="2" presStyleCnt="4">
        <dgm:presLayoutVars>
          <dgm:bulletEnabled val="1"/>
        </dgm:presLayoutVars>
      </dgm:prSet>
      <dgm:spPr/>
    </dgm:pt>
    <dgm:pt modelId="{FDA0EA7B-B4BA-4F06-A03D-14DBCD32CFEA}" type="pres">
      <dgm:prSet presAssocID="{A3F6479F-1903-490E-A679-64052AD86014}" presName="FourNodes_4" presStyleLbl="node1" presStyleIdx="3" presStyleCnt="4">
        <dgm:presLayoutVars>
          <dgm:bulletEnabled val="1"/>
        </dgm:presLayoutVars>
      </dgm:prSet>
      <dgm:spPr/>
    </dgm:pt>
    <dgm:pt modelId="{13F7C98F-EBBC-44CE-B457-4FAD6C853406}" type="pres">
      <dgm:prSet presAssocID="{A3F6479F-1903-490E-A679-64052AD86014}" presName="FourConn_1-2" presStyleLbl="fgAccFollowNode1" presStyleIdx="0" presStyleCnt="3">
        <dgm:presLayoutVars>
          <dgm:bulletEnabled val="1"/>
        </dgm:presLayoutVars>
      </dgm:prSet>
      <dgm:spPr/>
    </dgm:pt>
    <dgm:pt modelId="{B9508DB5-8989-4958-B5A8-26C18152548F}" type="pres">
      <dgm:prSet presAssocID="{A3F6479F-1903-490E-A679-64052AD86014}" presName="FourConn_2-3" presStyleLbl="fgAccFollowNode1" presStyleIdx="1" presStyleCnt="3">
        <dgm:presLayoutVars>
          <dgm:bulletEnabled val="1"/>
        </dgm:presLayoutVars>
      </dgm:prSet>
      <dgm:spPr/>
    </dgm:pt>
    <dgm:pt modelId="{62B83958-644E-4440-8A7B-1093A8DC1F39}" type="pres">
      <dgm:prSet presAssocID="{A3F6479F-1903-490E-A679-64052AD86014}" presName="FourConn_3-4" presStyleLbl="fgAccFollowNode1" presStyleIdx="2" presStyleCnt="3">
        <dgm:presLayoutVars>
          <dgm:bulletEnabled val="1"/>
        </dgm:presLayoutVars>
      </dgm:prSet>
      <dgm:spPr/>
    </dgm:pt>
    <dgm:pt modelId="{CF77BC56-7177-42A0-91F6-2766F11CC468}" type="pres">
      <dgm:prSet presAssocID="{A3F6479F-1903-490E-A679-64052AD86014}" presName="FourNodes_1_text" presStyleLbl="node1" presStyleIdx="3" presStyleCnt="4">
        <dgm:presLayoutVars>
          <dgm:bulletEnabled val="1"/>
        </dgm:presLayoutVars>
      </dgm:prSet>
      <dgm:spPr/>
    </dgm:pt>
    <dgm:pt modelId="{2A4216C2-CDBB-4A15-A530-74507F4011DD}" type="pres">
      <dgm:prSet presAssocID="{A3F6479F-1903-490E-A679-64052AD86014}" presName="FourNodes_2_text" presStyleLbl="node1" presStyleIdx="3" presStyleCnt="4">
        <dgm:presLayoutVars>
          <dgm:bulletEnabled val="1"/>
        </dgm:presLayoutVars>
      </dgm:prSet>
      <dgm:spPr/>
    </dgm:pt>
    <dgm:pt modelId="{BF5B6DF1-6089-4BBD-B8FC-548174CA7D8F}" type="pres">
      <dgm:prSet presAssocID="{A3F6479F-1903-490E-A679-64052AD86014}" presName="FourNodes_3_text" presStyleLbl="node1" presStyleIdx="3" presStyleCnt="4">
        <dgm:presLayoutVars>
          <dgm:bulletEnabled val="1"/>
        </dgm:presLayoutVars>
      </dgm:prSet>
      <dgm:spPr/>
    </dgm:pt>
    <dgm:pt modelId="{E92114C9-602E-491F-AD15-123C6CB589BF}" type="pres">
      <dgm:prSet presAssocID="{A3F6479F-1903-490E-A679-64052AD86014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9D88240E-F263-4337-967D-9781F27CA7CE}" srcId="{A3F6479F-1903-490E-A679-64052AD86014}" destId="{D4F3E05D-51B2-46E3-9A76-DB53F6B1663B}" srcOrd="1" destOrd="0" parTransId="{C27C200A-A258-4110-ADA7-6B56A5266840}" sibTransId="{3B6AF543-581B-4C01-922A-214E061CA9B5}"/>
    <dgm:cxn modelId="{AEB72513-B48A-45B9-93C2-92C1977DF07E}" type="presOf" srcId="{918DA97C-9002-4E70-A2CA-B10E9AE60934}" destId="{E92114C9-602E-491F-AD15-123C6CB589BF}" srcOrd="1" destOrd="0" presId="urn:microsoft.com/office/officeart/2005/8/layout/vProcess5"/>
    <dgm:cxn modelId="{D4A71E15-4C09-4D80-BA8B-994E128596EF}" type="presOf" srcId="{D4F3E05D-51B2-46E3-9A76-DB53F6B1663B}" destId="{2A4216C2-CDBB-4A15-A530-74507F4011DD}" srcOrd="1" destOrd="0" presId="urn:microsoft.com/office/officeart/2005/8/layout/vProcess5"/>
    <dgm:cxn modelId="{4D241724-716E-4003-BF3A-F5AE16C2E9CF}" type="presOf" srcId="{782869E2-2FC4-489D-BB2D-F10327717B65}" destId="{BF5B6DF1-6089-4BBD-B8FC-548174CA7D8F}" srcOrd="1" destOrd="0" presId="urn:microsoft.com/office/officeart/2005/8/layout/vProcess5"/>
    <dgm:cxn modelId="{38E44C62-32FF-4E5B-B90F-91B0FA62BA28}" type="presOf" srcId="{A3F6479F-1903-490E-A679-64052AD86014}" destId="{4DCD6A68-0932-4A16-B4CA-7DD44002BB1B}" srcOrd="0" destOrd="0" presId="urn:microsoft.com/office/officeart/2005/8/layout/vProcess5"/>
    <dgm:cxn modelId="{078EFB6A-F4AA-4323-BF08-74068C982A45}" type="presOf" srcId="{59FDFB40-82B0-4A66-8AD8-B5CADFD8682D}" destId="{13F7C98F-EBBC-44CE-B457-4FAD6C853406}" srcOrd="0" destOrd="0" presId="urn:microsoft.com/office/officeart/2005/8/layout/vProcess5"/>
    <dgm:cxn modelId="{5826F570-668F-486E-9047-2058615F7597}" type="presOf" srcId="{782869E2-2FC4-489D-BB2D-F10327717B65}" destId="{D7678A82-6A1D-49D2-A7C2-AF43237D59E0}" srcOrd="0" destOrd="0" presId="urn:microsoft.com/office/officeart/2005/8/layout/vProcess5"/>
    <dgm:cxn modelId="{33507286-5BC2-4299-8BAD-8BAC4FF9DE8D}" type="presOf" srcId="{D4F3E05D-51B2-46E3-9A76-DB53F6B1663B}" destId="{A0E034F0-E3A3-4C30-A9CC-6958F31A7E39}" srcOrd="0" destOrd="0" presId="urn:microsoft.com/office/officeart/2005/8/layout/vProcess5"/>
    <dgm:cxn modelId="{DBC05887-906C-4DC6-A759-B07771804212}" srcId="{A3F6479F-1903-490E-A679-64052AD86014}" destId="{918DA97C-9002-4E70-A2CA-B10E9AE60934}" srcOrd="3" destOrd="0" parTransId="{61C27148-03DA-412D-8A4B-44B9FFFD51F6}" sibTransId="{48D341D7-B497-42BA-90AF-1D6581F43A2F}"/>
    <dgm:cxn modelId="{BFA5B895-303B-4084-871B-0868D5BAB57C}" type="presOf" srcId="{E4D759CE-445B-4B75-8C00-3BA3AA2A6555}" destId="{4B7E316C-5C6D-4ABF-B8E8-325D4F3FCE6C}" srcOrd="0" destOrd="0" presId="urn:microsoft.com/office/officeart/2005/8/layout/vProcess5"/>
    <dgm:cxn modelId="{7F4C0AB2-5078-4861-A922-88360299DE27}" type="presOf" srcId="{918DA97C-9002-4E70-A2CA-B10E9AE60934}" destId="{FDA0EA7B-B4BA-4F06-A03D-14DBCD32CFEA}" srcOrd="0" destOrd="0" presId="urn:microsoft.com/office/officeart/2005/8/layout/vProcess5"/>
    <dgm:cxn modelId="{92E343BE-CA8B-4C2D-84A1-57CC83631EC6}" type="presOf" srcId="{3B6AF543-581B-4C01-922A-214E061CA9B5}" destId="{B9508DB5-8989-4958-B5A8-26C18152548F}" srcOrd="0" destOrd="0" presId="urn:microsoft.com/office/officeart/2005/8/layout/vProcess5"/>
    <dgm:cxn modelId="{431684C0-1482-412A-802E-26E89C92F333}" srcId="{A3F6479F-1903-490E-A679-64052AD86014}" destId="{782869E2-2FC4-489D-BB2D-F10327717B65}" srcOrd="2" destOrd="0" parTransId="{44E63AE3-1066-4086-947C-4C8ED270C05C}" sibTransId="{F8EC8DEA-3783-499C-BD17-3604383DE4CD}"/>
    <dgm:cxn modelId="{F94E61C8-0073-4A15-8F6C-FE541B62B10D}" srcId="{A3F6479F-1903-490E-A679-64052AD86014}" destId="{E4D759CE-445B-4B75-8C00-3BA3AA2A6555}" srcOrd="0" destOrd="0" parTransId="{C1EAD3DA-179A-4E26-8D84-841BEE427DF3}" sibTransId="{59FDFB40-82B0-4A66-8AD8-B5CADFD8682D}"/>
    <dgm:cxn modelId="{FF65B6F3-4D15-4DBD-8A1C-4289154209AC}" type="presOf" srcId="{E4D759CE-445B-4B75-8C00-3BA3AA2A6555}" destId="{CF77BC56-7177-42A0-91F6-2766F11CC468}" srcOrd="1" destOrd="0" presId="urn:microsoft.com/office/officeart/2005/8/layout/vProcess5"/>
    <dgm:cxn modelId="{52CBC3F6-F4FB-450F-ACDF-82BE3A7EC539}" type="presOf" srcId="{F8EC8DEA-3783-499C-BD17-3604383DE4CD}" destId="{62B83958-644E-4440-8A7B-1093A8DC1F39}" srcOrd="0" destOrd="0" presId="urn:microsoft.com/office/officeart/2005/8/layout/vProcess5"/>
    <dgm:cxn modelId="{9CBFD363-5E3A-44AB-829C-18926FC1C572}" type="presParOf" srcId="{4DCD6A68-0932-4A16-B4CA-7DD44002BB1B}" destId="{5CA2926E-42FF-421A-9069-045BC9B0ADF8}" srcOrd="0" destOrd="0" presId="urn:microsoft.com/office/officeart/2005/8/layout/vProcess5"/>
    <dgm:cxn modelId="{B508056C-DD68-4440-9B51-D60F41366E3C}" type="presParOf" srcId="{4DCD6A68-0932-4A16-B4CA-7DD44002BB1B}" destId="{4B7E316C-5C6D-4ABF-B8E8-325D4F3FCE6C}" srcOrd="1" destOrd="0" presId="urn:microsoft.com/office/officeart/2005/8/layout/vProcess5"/>
    <dgm:cxn modelId="{19BFE54F-0EB0-4CB2-9F78-6D47455C5EAB}" type="presParOf" srcId="{4DCD6A68-0932-4A16-B4CA-7DD44002BB1B}" destId="{A0E034F0-E3A3-4C30-A9CC-6958F31A7E39}" srcOrd="2" destOrd="0" presId="urn:microsoft.com/office/officeart/2005/8/layout/vProcess5"/>
    <dgm:cxn modelId="{BBAA0805-706B-46E9-AD6B-FA23D070E2E7}" type="presParOf" srcId="{4DCD6A68-0932-4A16-B4CA-7DD44002BB1B}" destId="{D7678A82-6A1D-49D2-A7C2-AF43237D59E0}" srcOrd="3" destOrd="0" presId="urn:microsoft.com/office/officeart/2005/8/layout/vProcess5"/>
    <dgm:cxn modelId="{750EC0B9-50D9-4AEE-8D05-41A056CB7D66}" type="presParOf" srcId="{4DCD6A68-0932-4A16-B4CA-7DD44002BB1B}" destId="{FDA0EA7B-B4BA-4F06-A03D-14DBCD32CFEA}" srcOrd="4" destOrd="0" presId="urn:microsoft.com/office/officeart/2005/8/layout/vProcess5"/>
    <dgm:cxn modelId="{E3C87B9A-3345-47DE-8D9C-9899423AAD50}" type="presParOf" srcId="{4DCD6A68-0932-4A16-B4CA-7DD44002BB1B}" destId="{13F7C98F-EBBC-44CE-B457-4FAD6C853406}" srcOrd="5" destOrd="0" presId="urn:microsoft.com/office/officeart/2005/8/layout/vProcess5"/>
    <dgm:cxn modelId="{219CF57E-6A48-4043-ABC3-2DF925863A40}" type="presParOf" srcId="{4DCD6A68-0932-4A16-B4CA-7DD44002BB1B}" destId="{B9508DB5-8989-4958-B5A8-26C18152548F}" srcOrd="6" destOrd="0" presId="urn:microsoft.com/office/officeart/2005/8/layout/vProcess5"/>
    <dgm:cxn modelId="{AB1B64FE-FA7C-4C12-B505-2F99A45E3688}" type="presParOf" srcId="{4DCD6A68-0932-4A16-B4CA-7DD44002BB1B}" destId="{62B83958-644E-4440-8A7B-1093A8DC1F39}" srcOrd="7" destOrd="0" presId="urn:microsoft.com/office/officeart/2005/8/layout/vProcess5"/>
    <dgm:cxn modelId="{AC95286F-FCBD-488A-BF64-AFCC2FFBD3C0}" type="presParOf" srcId="{4DCD6A68-0932-4A16-B4CA-7DD44002BB1B}" destId="{CF77BC56-7177-42A0-91F6-2766F11CC468}" srcOrd="8" destOrd="0" presId="urn:microsoft.com/office/officeart/2005/8/layout/vProcess5"/>
    <dgm:cxn modelId="{F020AFD8-EDCE-498B-B4C6-FC633A49113B}" type="presParOf" srcId="{4DCD6A68-0932-4A16-B4CA-7DD44002BB1B}" destId="{2A4216C2-CDBB-4A15-A530-74507F4011DD}" srcOrd="9" destOrd="0" presId="urn:microsoft.com/office/officeart/2005/8/layout/vProcess5"/>
    <dgm:cxn modelId="{107773BE-5419-497E-88D0-9EF4E5FD9394}" type="presParOf" srcId="{4DCD6A68-0932-4A16-B4CA-7DD44002BB1B}" destId="{BF5B6DF1-6089-4BBD-B8FC-548174CA7D8F}" srcOrd="10" destOrd="0" presId="urn:microsoft.com/office/officeart/2005/8/layout/vProcess5"/>
    <dgm:cxn modelId="{4B40BEE3-E008-44A4-8A36-74AA0EFD703C}" type="presParOf" srcId="{4DCD6A68-0932-4A16-B4CA-7DD44002BB1B}" destId="{E92114C9-602E-491F-AD15-123C6CB589BF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AC625E8-A633-4A89-9DA2-91374C11902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6_2" csCatId="accent6" phldr="1"/>
      <dgm:spPr/>
      <dgm:t>
        <a:bodyPr/>
        <a:lstStyle/>
        <a:p>
          <a:endParaRPr lang="en-US"/>
        </a:p>
      </dgm:t>
    </dgm:pt>
    <dgm:pt modelId="{5941BD15-8D22-4723-8721-4A35CE63C6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t-test (weekday vs weekend)</a:t>
          </a:r>
        </a:p>
      </dgm:t>
    </dgm:pt>
    <dgm:pt modelId="{D7032750-7DB3-47D2-856E-E423A1DF7664}" type="parTrans" cxnId="{B514D39D-61D9-4277-9BAA-B0DF7C7162CD}">
      <dgm:prSet/>
      <dgm:spPr/>
      <dgm:t>
        <a:bodyPr/>
        <a:lstStyle/>
        <a:p>
          <a:endParaRPr lang="en-US"/>
        </a:p>
      </dgm:t>
    </dgm:pt>
    <dgm:pt modelId="{3F4605C9-6B79-4651-8664-4B2B9E3A6DC7}" type="sibTrans" cxnId="{B514D39D-61D9-4277-9BAA-B0DF7C7162CD}">
      <dgm:prSet/>
      <dgm:spPr/>
      <dgm:t>
        <a:bodyPr/>
        <a:lstStyle/>
        <a:p>
          <a:endParaRPr lang="en-US"/>
        </a:p>
      </dgm:t>
    </dgm:pt>
    <dgm:pt modelId="{9CB88FA5-6D22-480B-8185-0473D50FC9F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Pearson correlation</a:t>
          </a:r>
        </a:p>
      </dgm:t>
    </dgm:pt>
    <dgm:pt modelId="{B92FCC96-2AEB-4354-A1AC-D64115816C1C}" type="parTrans" cxnId="{508B7611-0DD6-4180-9B8C-495FC2581D09}">
      <dgm:prSet/>
      <dgm:spPr/>
      <dgm:t>
        <a:bodyPr/>
        <a:lstStyle/>
        <a:p>
          <a:endParaRPr lang="en-US"/>
        </a:p>
      </dgm:t>
    </dgm:pt>
    <dgm:pt modelId="{E6BBB135-BF0E-4500-BDB6-CAA1896AA66F}" type="sibTrans" cxnId="{508B7611-0DD6-4180-9B8C-495FC2581D09}">
      <dgm:prSet/>
      <dgm:spPr/>
      <dgm:t>
        <a:bodyPr/>
        <a:lstStyle/>
        <a:p>
          <a:endParaRPr lang="en-US"/>
        </a:p>
      </dgm:t>
    </dgm:pt>
    <dgm:pt modelId="{D311737B-107D-43D2-854B-82200A306A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Linear regression</a:t>
          </a:r>
        </a:p>
      </dgm:t>
    </dgm:pt>
    <dgm:pt modelId="{B464BEC2-B18D-44F7-9B58-04AD4A822C71}" type="parTrans" cxnId="{251D469E-0FCB-4B98-A6C9-DB22B0FC7ECA}">
      <dgm:prSet/>
      <dgm:spPr/>
      <dgm:t>
        <a:bodyPr/>
        <a:lstStyle/>
        <a:p>
          <a:endParaRPr lang="en-US"/>
        </a:p>
      </dgm:t>
    </dgm:pt>
    <dgm:pt modelId="{A3ED1829-96B9-4164-A268-63D434BE84A7}" type="sibTrans" cxnId="{251D469E-0FCB-4B98-A6C9-DB22B0FC7ECA}">
      <dgm:prSet/>
      <dgm:spPr/>
      <dgm:t>
        <a:bodyPr/>
        <a:lstStyle/>
        <a:p>
          <a:endParaRPr lang="en-US"/>
        </a:p>
      </dgm:t>
    </dgm:pt>
    <dgm:pt modelId="{31F27315-F7FF-4620-9FC6-3BADD21913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Descriptive statistics &amp; graphs</a:t>
          </a:r>
        </a:p>
      </dgm:t>
    </dgm:pt>
    <dgm:pt modelId="{B87C2DA5-D8A1-4688-AF2F-91AE593ECA90}" type="parTrans" cxnId="{87093214-EBCF-4FCD-9D27-6BB67797EF6C}">
      <dgm:prSet/>
      <dgm:spPr/>
      <dgm:t>
        <a:bodyPr/>
        <a:lstStyle/>
        <a:p>
          <a:endParaRPr lang="en-US"/>
        </a:p>
      </dgm:t>
    </dgm:pt>
    <dgm:pt modelId="{F0650848-0CEB-43CD-8D46-908504053AA8}" type="sibTrans" cxnId="{87093214-EBCF-4FCD-9D27-6BB67797EF6C}">
      <dgm:prSet/>
      <dgm:spPr/>
      <dgm:t>
        <a:bodyPr/>
        <a:lstStyle/>
        <a:p>
          <a:endParaRPr lang="en-US"/>
        </a:p>
      </dgm:t>
    </dgm:pt>
    <dgm:pt modelId="{75D8B2AC-5C34-4776-B8EF-B3FA12959D09}" type="pres">
      <dgm:prSet presAssocID="{9AC625E8-A633-4A89-9DA2-91374C119025}" presName="root" presStyleCnt="0">
        <dgm:presLayoutVars>
          <dgm:dir/>
          <dgm:resizeHandles val="exact"/>
        </dgm:presLayoutVars>
      </dgm:prSet>
      <dgm:spPr/>
    </dgm:pt>
    <dgm:pt modelId="{AFFF7C4A-2B31-43E0-9ECE-9602F051C31F}" type="pres">
      <dgm:prSet presAssocID="{5941BD15-8D22-4723-8721-4A35CE63C651}" presName="compNode" presStyleCnt="0"/>
      <dgm:spPr/>
    </dgm:pt>
    <dgm:pt modelId="{54E65D66-23FC-430D-A2E7-6013659ECC2A}" type="pres">
      <dgm:prSet presAssocID="{5941BD15-8D22-4723-8721-4A35CE63C65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ort Balls"/>
        </a:ext>
      </dgm:extLst>
    </dgm:pt>
    <dgm:pt modelId="{F7487286-084B-47CC-822B-52CF10F891E5}" type="pres">
      <dgm:prSet presAssocID="{5941BD15-8D22-4723-8721-4A35CE63C651}" presName="spaceRect" presStyleCnt="0"/>
      <dgm:spPr/>
    </dgm:pt>
    <dgm:pt modelId="{A0CE634A-F2C9-456D-B2BA-99F6E03653BD}" type="pres">
      <dgm:prSet presAssocID="{5941BD15-8D22-4723-8721-4A35CE63C651}" presName="textRect" presStyleLbl="revTx" presStyleIdx="0" presStyleCnt="4">
        <dgm:presLayoutVars>
          <dgm:chMax val="1"/>
          <dgm:chPref val="1"/>
        </dgm:presLayoutVars>
      </dgm:prSet>
      <dgm:spPr/>
    </dgm:pt>
    <dgm:pt modelId="{96945AF0-E869-4DD8-9B13-205F549780BF}" type="pres">
      <dgm:prSet presAssocID="{3F4605C9-6B79-4651-8664-4B2B9E3A6DC7}" presName="sibTrans" presStyleCnt="0"/>
      <dgm:spPr/>
    </dgm:pt>
    <dgm:pt modelId="{A819A902-8A71-4437-92CB-72E9FA23852D}" type="pres">
      <dgm:prSet presAssocID="{9CB88FA5-6D22-480B-8185-0473D50FC9FE}" presName="compNode" presStyleCnt="0"/>
      <dgm:spPr/>
    </dgm:pt>
    <dgm:pt modelId="{0CFD4BF3-14E9-4B69-9A1E-D2BAF2B0BCF1}" type="pres">
      <dgm:prSet presAssocID="{9CB88FA5-6D22-480B-8185-0473D50FC9FE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595BD6DE-CCD9-4193-B016-C0BF571839BC}" type="pres">
      <dgm:prSet presAssocID="{9CB88FA5-6D22-480B-8185-0473D50FC9FE}" presName="spaceRect" presStyleCnt="0"/>
      <dgm:spPr/>
    </dgm:pt>
    <dgm:pt modelId="{95A48D32-9394-4E12-BB07-0E705F67FD32}" type="pres">
      <dgm:prSet presAssocID="{9CB88FA5-6D22-480B-8185-0473D50FC9FE}" presName="textRect" presStyleLbl="revTx" presStyleIdx="1" presStyleCnt="4">
        <dgm:presLayoutVars>
          <dgm:chMax val="1"/>
          <dgm:chPref val="1"/>
        </dgm:presLayoutVars>
      </dgm:prSet>
      <dgm:spPr/>
    </dgm:pt>
    <dgm:pt modelId="{431FA83C-FAEF-4952-86A1-51F70C48A9AA}" type="pres">
      <dgm:prSet presAssocID="{E6BBB135-BF0E-4500-BDB6-CAA1896AA66F}" presName="sibTrans" presStyleCnt="0"/>
      <dgm:spPr/>
    </dgm:pt>
    <dgm:pt modelId="{0A3095C2-CCB4-459A-98C4-178D773B6734}" type="pres">
      <dgm:prSet presAssocID="{D311737B-107D-43D2-854B-82200A306AEF}" presName="compNode" presStyleCnt="0"/>
      <dgm:spPr/>
    </dgm:pt>
    <dgm:pt modelId="{C11B2808-65B9-496A-88DF-076D7B6C4DCE}" type="pres">
      <dgm:prSet presAssocID="{D311737B-107D-43D2-854B-82200A306AE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2B5179D6-EDE4-4334-B917-52A1C154DD1D}" type="pres">
      <dgm:prSet presAssocID="{D311737B-107D-43D2-854B-82200A306AEF}" presName="spaceRect" presStyleCnt="0"/>
      <dgm:spPr/>
    </dgm:pt>
    <dgm:pt modelId="{4B501F52-410C-4591-B98E-7832EFB2CD1F}" type="pres">
      <dgm:prSet presAssocID="{D311737B-107D-43D2-854B-82200A306AEF}" presName="textRect" presStyleLbl="revTx" presStyleIdx="2" presStyleCnt="4">
        <dgm:presLayoutVars>
          <dgm:chMax val="1"/>
          <dgm:chPref val="1"/>
        </dgm:presLayoutVars>
      </dgm:prSet>
      <dgm:spPr/>
    </dgm:pt>
    <dgm:pt modelId="{37ED6AA4-EAC4-4844-A65A-12AAAFF6951C}" type="pres">
      <dgm:prSet presAssocID="{A3ED1829-96B9-4164-A268-63D434BE84A7}" presName="sibTrans" presStyleCnt="0"/>
      <dgm:spPr/>
    </dgm:pt>
    <dgm:pt modelId="{9B1ABC73-CE18-402A-AF26-B994CDB19B71}" type="pres">
      <dgm:prSet presAssocID="{31F27315-F7FF-4620-9FC6-3BADD219135D}" presName="compNode" presStyleCnt="0"/>
      <dgm:spPr/>
    </dgm:pt>
    <dgm:pt modelId="{DB4D7F6A-93D7-4E48-B547-D465D0C5964C}" type="pres">
      <dgm:prSet presAssocID="{31F27315-F7FF-4620-9FC6-3BADD219135D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B3636B32-3B68-40B2-ABBE-B7FC6E81935F}" type="pres">
      <dgm:prSet presAssocID="{31F27315-F7FF-4620-9FC6-3BADD219135D}" presName="spaceRect" presStyleCnt="0"/>
      <dgm:spPr/>
    </dgm:pt>
    <dgm:pt modelId="{F11FB93B-863A-4552-A004-3F539ABCE78B}" type="pres">
      <dgm:prSet presAssocID="{31F27315-F7FF-4620-9FC6-3BADD219135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08B7611-0DD6-4180-9B8C-495FC2581D09}" srcId="{9AC625E8-A633-4A89-9DA2-91374C119025}" destId="{9CB88FA5-6D22-480B-8185-0473D50FC9FE}" srcOrd="1" destOrd="0" parTransId="{B92FCC96-2AEB-4354-A1AC-D64115816C1C}" sibTransId="{E6BBB135-BF0E-4500-BDB6-CAA1896AA66F}"/>
    <dgm:cxn modelId="{87093214-EBCF-4FCD-9D27-6BB67797EF6C}" srcId="{9AC625E8-A633-4A89-9DA2-91374C119025}" destId="{31F27315-F7FF-4620-9FC6-3BADD219135D}" srcOrd="3" destOrd="0" parTransId="{B87C2DA5-D8A1-4688-AF2F-91AE593ECA90}" sibTransId="{F0650848-0CEB-43CD-8D46-908504053AA8}"/>
    <dgm:cxn modelId="{21A19234-21AB-4047-AFAB-04C8E708D19B}" type="presOf" srcId="{9AC625E8-A633-4A89-9DA2-91374C119025}" destId="{75D8B2AC-5C34-4776-B8EF-B3FA12959D09}" srcOrd="0" destOrd="0" presId="urn:microsoft.com/office/officeart/2018/2/layout/IconLabelList"/>
    <dgm:cxn modelId="{C6C3343B-0DBB-4496-B8C9-6BC070F5E7FA}" type="presOf" srcId="{9CB88FA5-6D22-480B-8185-0473D50FC9FE}" destId="{95A48D32-9394-4E12-BB07-0E705F67FD32}" srcOrd="0" destOrd="0" presId="urn:microsoft.com/office/officeart/2018/2/layout/IconLabelList"/>
    <dgm:cxn modelId="{A538557D-FA0E-48A4-A502-577D01905C12}" type="presOf" srcId="{31F27315-F7FF-4620-9FC6-3BADD219135D}" destId="{F11FB93B-863A-4552-A004-3F539ABCE78B}" srcOrd="0" destOrd="0" presId="urn:microsoft.com/office/officeart/2018/2/layout/IconLabelList"/>
    <dgm:cxn modelId="{B514D39D-61D9-4277-9BAA-B0DF7C7162CD}" srcId="{9AC625E8-A633-4A89-9DA2-91374C119025}" destId="{5941BD15-8D22-4723-8721-4A35CE63C651}" srcOrd="0" destOrd="0" parTransId="{D7032750-7DB3-47D2-856E-E423A1DF7664}" sibTransId="{3F4605C9-6B79-4651-8664-4B2B9E3A6DC7}"/>
    <dgm:cxn modelId="{251D469E-0FCB-4B98-A6C9-DB22B0FC7ECA}" srcId="{9AC625E8-A633-4A89-9DA2-91374C119025}" destId="{D311737B-107D-43D2-854B-82200A306AEF}" srcOrd="2" destOrd="0" parTransId="{B464BEC2-B18D-44F7-9B58-04AD4A822C71}" sibTransId="{A3ED1829-96B9-4164-A268-63D434BE84A7}"/>
    <dgm:cxn modelId="{1944E0B3-E1E6-4FB8-A249-2BC0D38DAB36}" type="presOf" srcId="{5941BD15-8D22-4723-8721-4A35CE63C651}" destId="{A0CE634A-F2C9-456D-B2BA-99F6E03653BD}" srcOrd="0" destOrd="0" presId="urn:microsoft.com/office/officeart/2018/2/layout/IconLabelList"/>
    <dgm:cxn modelId="{B77926DA-C975-45A6-AACA-BDBBAA5EF51B}" type="presOf" srcId="{D311737B-107D-43D2-854B-82200A306AEF}" destId="{4B501F52-410C-4591-B98E-7832EFB2CD1F}" srcOrd="0" destOrd="0" presId="urn:microsoft.com/office/officeart/2018/2/layout/IconLabelList"/>
    <dgm:cxn modelId="{72BF7F70-32EC-4208-A45D-62DDC5DF0C58}" type="presParOf" srcId="{75D8B2AC-5C34-4776-B8EF-B3FA12959D09}" destId="{AFFF7C4A-2B31-43E0-9ECE-9602F051C31F}" srcOrd="0" destOrd="0" presId="urn:microsoft.com/office/officeart/2018/2/layout/IconLabelList"/>
    <dgm:cxn modelId="{B1B4967A-EFD5-4998-A2DC-01518DD98135}" type="presParOf" srcId="{AFFF7C4A-2B31-43E0-9ECE-9602F051C31F}" destId="{54E65D66-23FC-430D-A2E7-6013659ECC2A}" srcOrd="0" destOrd="0" presId="urn:microsoft.com/office/officeart/2018/2/layout/IconLabelList"/>
    <dgm:cxn modelId="{A6CEFBE7-B5BD-430B-9668-17EBC0604BEB}" type="presParOf" srcId="{AFFF7C4A-2B31-43E0-9ECE-9602F051C31F}" destId="{F7487286-084B-47CC-822B-52CF10F891E5}" srcOrd="1" destOrd="0" presId="urn:microsoft.com/office/officeart/2018/2/layout/IconLabelList"/>
    <dgm:cxn modelId="{8C1FB121-4C96-4897-A734-573333CA081B}" type="presParOf" srcId="{AFFF7C4A-2B31-43E0-9ECE-9602F051C31F}" destId="{A0CE634A-F2C9-456D-B2BA-99F6E03653BD}" srcOrd="2" destOrd="0" presId="urn:microsoft.com/office/officeart/2018/2/layout/IconLabelList"/>
    <dgm:cxn modelId="{82412F77-981B-4977-A214-B3B77ED4F7B8}" type="presParOf" srcId="{75D8B2AC-5C34-4776-B8EF-B3FA12959D09}" destId="{96945AF0-E869-4DD8-9B13-205F549780BF}" srcOrd="1" destOrd="0" presId="urn:microsoft.com/office/officeart/2018/2/layout/IconLabelList"/>
    <dgm:cxn modelId="{0A376149-05D4-4617-86A0-154E59A2C771}" type="presParOf" srcId="{75D8B2AC-5C34-4776-B8EF-B3FA12959D09}" destId="{A819A902-8A71-4437-92CB-72E9FA23852D}" srcOrd="2" destOrd="0" presId="urn:microsoft.com/office/officeart/2018/2/layout/IconLabelList"/>
    <dgm:cxn modelId="{9C0D2E9E-3DE6-4640-8BD6-2AB0458955FF}" type="presParOf" srcId="{A819A902-8A71-4437-92CB-72E9FA23852D}" destId="{0CFD4BF3-14E9-4B69-9A1E-D2BAF2B0BCF1}" srcOrd="0" destOrd="0" presId="urn:microsoft.com/office/officeart/2018/2/layout/IconLabelList"/>
    <dgm:cxn modelId="{14525542-3D9F-44CD-81F7-0BD940A954EF}" type="presParOf" srcId="{A819A902-8A71-4437-92CB-72E9FA23852D}" destId="{595BD6DE-CCD9-4193-B016-C0BF571839BC}" srcOrd="1" destOrd="0" presId="urn:microsoft.com/office/officeart/2018/2/layout/IconLabelList"/>
    <dgm:cxn modelId="{A71B5182-6D36-4777-A65D-935088E20026}" type="presParOf" srcId="{A819A902-8A71-4437-92CB-72E9FA23852D}" destId="{95A48D32-9394-4E12-BB07-0E705F67FD32}" srcOrd="2" destOrd="0" presId="urn:microsoft.com/office/officeart/2018/2/layout/IconLabelList"/>
    <dgm:cxn modelId="{CD2A51AB-7E76-44AF-8A9F-1DFC12F34A92}" type="presParOf" srcId="{75D8B2AC-5C34-4776-B8EF-B3FA12959D09}" destId="{431FA83C-FAEF-4952-86A1-51F70C48A9AA}" srcOrd="3" destOrd="0" presId="urn:microsoft.com/office/officeart/2018/2/layout/IconLabelList"/>
    <dgm:cxn modelId="{603EE897-775F-48C6-AF1E-0AE15D3C4565}" type="presParOf" srcId="{75D8B2AC-5C34-4776-B8EF-B3FA12959D09}" destId="{0A3095C2-CCB4-459A-98C4-178D773B6734}" srcOrd="4" destOrd="0" presId="urn:microsoft.com/office/officeart/2018/2/layout/IconLabelList"/>
    <dgm:cxn modelId="{169DD8B5-2867-4D00-8703-BA4B705180B2}" type="presParOf" srcId="{0A3095C2-CCB4-459A-98C4-178D773B6734}" destId="{C11B2808-65B9-496A-88DF-076D7B6C4DCE}" srcOrd="0" destOrd="0" presId="urn:microsoft.com/office/officeart/2018/2/layout/IconLabelList"/>
    <dgm:cxn modelId="{A0DE8B9F-CE25-472E-A835-A6020873F96D}" type="presParOf" srcId="{0A3095C2-CCB4-459A-98C4-178D773B6734}" destId="{2B5179D6-EDE4-4334-B917-52A1C154DD1D}" srcOrd="1" destOrd="0" presId="urn:microsoft.com/office/officeart/2018/2/layout/IconLabelList"/>
    <dgm:cxn modelId="{51035583-CF72-456E-9F13-3A1CF598EF84}" type="presParOf" srcId="{0A3095C2-CCB4-459A-98C4-178D773B6734}" destId="{4B501F52-410C-4591-B98E-7832EFB2CD1F}" srcOrd="2" destOrd="0" presId="urn:microsoft.com/office/officeart/2018/2/layout/IconLabelList"/>
    <dgm:cxn modelId="{D2FD647E-C4E4-423E-9703-CE6E644D4D5F}" type="presParOf" srcId="{75D8B2AC-5C34-4776-B8EF-B3FA12959D09}" destId="{37ED6AA4-EAC4-4844-A65A-12AAAFF6951C}" srcOrd="5" destOrd="0" presId="urn:microsoft.com/office/officeart/2018/2/layout/IconLabelList"/>
    <dgm:cxn modelId="{80493BF8-1E4E-4B50-A4FA-686A6A2A4951}" type="presParOf" srcId="{75D8B2AC-5C34-4776-B8EF-B3FA12959D09}" destId="{9B1ABC73-CE18-402A-AF26-B994CDB19B71}" srcOrd="6" destOrd="0" presId="urn:microsoft.com/office/officeart/2018/2/layout/IconLabelList"/>
    <dgm:cxn modelId="{8F873EED-86D6-4A84-BC9E-0992086ADFD2}" type="presParOf" srcId="{9B1ABC73-CE18-402A-AF26-B994CDB19B71}" destId="{DB4D7F6A-93D7-4E48-B547-D465D0C5964C}" srcOrd="0" destOrd="0" presId="urn:microsoft.com/office/officeart/2018/2/layout/IconLabelList"/>
    <dgm:cxn modelId="{DBAE4E2C-9F10-498A-A928-1674093BD5B0}" type="presParOf" srcId="{9B1ABC73-CE18-402A-AF26-B994CDB19B71}" destId="{B3636B32-3B68-40B2-ABBE-B7FC6E81935F}" srcOrd="1" destOrd="0" presId="urn:microsoft.com/office/officeart/2018/2/layout/IconLabelList"/>
    <dgm:cxn modelId="{54EDCA7A-C974-4B36-83EB-ADFFD9DD3443}" type="presParOf" srcId="{9B1ABC73-CE18-402A-AF26-B994CDB19B71}" destId="{F11FB93B-863A-4552-A004-3F539ABCE78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E99D932-A5AD-44DC-94D1-45D99A264D52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23FBC02-AF5B-4BE7-8479-F321E05C18E9}">
      <dgm:prSet/>
      <dgm:spPr/>
      <dgm:t>
        <a:bodyPr/>
        <a:lstStyle/>
        <a:p>
          <a:r>
            <a:rPr lang="en-US" dirty="0"/>
            <a:t>Weekday mean = 145.10 min</a:t>
          </a:r>
        </a:p>
      </dgm:t>
    </dgm:pt>
    <dgm:pt modelId="{9A018546-1F6F-4D44-9970-6BCDC16F51C8}" type="parTrans" cxnId="{8B7B3C3E-930B-4B13-B931-29EE9F63C116}">
      <dgm:prSet/>
      <dgm:spPr/>
      <dgm:t>
        <a:bodyPr/>
        <a:lstStyle/>
        <a:p>
          <a:endParaRPr lang="en-US"/>
        </a:p>
      </dgm:t>
    </dgm:pt>
    <dgm:pt modelId="{05D5D58C-096C-4B1F-9D26-7418C112DBAC}" type="sibTrans" cxnId="{8B7B3C3E-930B-4B13-B931-29EE9F63C116}">
      <dgm:prSet/>
      <dgm:spPr/>
      <dgm:t>
        <a:bodyPr/>
        <a:lstStyle/>
        <a:p>
          <a:endParaRPr lang="en-US"/>
        </a:p>
      </dgm:t>
    </dgm:pt>
    <dgm:pt modelId="{AAD6359C-E859-4DE8-8905-B576257D47CA}">
      <dgm:prSet/>
      <dgm:spPr/>
      <dgm:t>
        <a:bodyPr/>
        <a:lstStyle/>
        <a:p>
          <a:r>
            <a:rPr lang="en-US" dirty="0"/>
            <a:t>Weekend mean = 165.56 min</a:t>
          </a:r>
        </a:p>
      </dgm:t>
    </dgm:pt>
    <dgm:pt modelId="{5EF9E8E4-AC70-4DE7-8F5C-5BBF00214E4C}" type="parTrans" cxnId="{37F9B441-49AA-4807-862A-93902BFEAA85}">
      <dgm:prSet/>
      <dgm:spPr/>
      <dgm:t>
        <a:bodyPr/>
        <a:lstStyle/>
        <a:p>
          <a:endParaRPr lang="en-US"/>
        </a:p>
      </dgm:t>
    </dgm:pt>
    <dgm:pt modelId="{6D7B3B6D-47AB-4993-8C76-B5ED8C618006}" type="sibTrans" cxnId="{37F9B441-49AA-4807-862A-93902BFEAA85}">
      <dgm:prSet/>
      <dgm:spPr/>
      <dgm:t>
        <a:bodyPr/>
        <a:lstStyle/>
        <a:p>
          <a:endParaRPr lang="en-US"/>
        </a:p>
      </dgm:t>
    </dgm:pt>
    <dgm:pt modelId="{511C8B71-71BA-451A-9E97-08D14B76B9B3}">
      <dgm:prSet/>
      <dgm:spPr/>
      <dgm:t>
        <a:bodyPr/>
        <a:lstStyle/>
        <a:p>
          <a:r>
            <a:rPr lang="en-US"/>
            <a:t>t = -0.7847, p = 0.4462</a:t>
          </a:r>
        </a:p>
      </dgm:t>
    </dgm:pt>
    <dgm:pt modelId="{34887C93-7FA2-4372-9B7E-D23BD176CE9E}" type="parTrans" cxnId="{1F6454EC-7095-4FD9-A4E8-B83636215A7B}">
      <dgm:prSet/>
      <dgm:spPr/>
      <dgm:t>
        <a:bodyPr/>
        <a:lstStyle/>
        <a:p>
          <a:endParaRPr lang="en-US"/>
        </a:p>
      </dgm:t>
    </dgm:pt>
    <dgm:pt modelId="{4442E3BF-3FF8-4C61-B49D-2D33151F9DBB}" type="sibTrans" cxnId="{1F6454EC-7095-4FD9-A4E8-B83636215A7B}">
      <dgm:prSet/>
      <dgm:spPr/>
      <dgm:t>
        <a:bodyPr/>
        <a:lstStyle/>
        <a:p>
          <a:endParaRPr lang="en-US"/>
        </a:p>
      </dgm:t>
    </dgm:pt>
    <dgm:pt modelId="{279B8270-3811-4AA6-A06A-E2B0BD1B72A0}">
      <dgm:prSet/>
      <dgm:spPr/>
      <dgm:t>
        <a:bodyPr/>
        <a:lstStyle/>
        <a:p>
          <a:r>
            <a:rPr lang="en-US" dirty="0"/>
            <a:t>Result: Fail to reject H0</a:t>
          </a:r>
        </a:p>
      </dgm:t>
    </dgm:pt>
    <dgm:pt modelId="{7F7F3D92-B600-436D-88C0-9F9AB978A004}" type="parTrans" cxnId="{A10DAD82-6128-4445-A7DC-47C792649D6F}">
      <dgm:prSet/>
      <dgm:spPr/>
      <dgm:t>
        <a:bodyPr/>
        <a:lstStyle/>
        <a:p>
          <a:endParaRPr lang="en-US"/>
        </a:p>
      </dgm:t>
    </dgm:pt>
    <dgm:pt modelId="{B755C9C6-9EDF-42A6-84BE-BCFCA89AAACF}" type="sibTrans" cxnId="{A10DAD82-6128-4445-A7DC-47C792649D6F}">
      <dgm:prSet/>
      <dgm:spPr/>
      <dgm:t>
        <a:bodyPr/>
        <a:lstStyle/>
        <a:p>
          <a:endParaRPr lang="en-US"/>
        </a:p>
      </dgm:t>
    </dgm:pt>
    <dgm:pt modelId="{5103104C-BD71-435B-B2C5-C0401D1B514E}" type="pres">
      <dgm:prSet presAssocID="{AE99D932-A5AD-44DC-94D1-45D99A264D52}" presName="outerComposite" presStyleCnt="0">
        <dgm:presLayoutVars>
          <dgm:chMax val="5"/>
          <dgm:dir/>
          <dgm:resizeHandles val="exact"/>
        </dgm:presLayoutVars>
      </dgm:prSet>
      <dgm:spPr/>
    </dgm:pt>
    <dgm:pt modelId="{9A79DFB4-2A5D-41C6-87DA-05C6D27558E1}" type="pres">
      <dgm:prSet presAssocID="{AE99D932-A5AD-44DC-94D1-45D99A264D52}" presName="dummyMaxCanvas" presStyleCnt="0">
        <dgm:presLayoutVars/>
      </dgm:prSet>
      <dgm:spPr/>
    </dgm:pt>
    <dgm:pt modelId="{B1A336C8-9284-4E7D-90E5-ED7EC1D0FB7D}" type="pres">
      <dgm:prSet presAssocID="{AE99D932-A5AD-44DC-94D1-45D99A264D52}" presName="FourNodes_1" presStyleLbl="node1" presStyleIdx="0" presStyleCnt="4">
        <dgm:presLayoutVars>
          <dgm:bulletEnabled val="1"/>
        </dgm:presLayoutVars>
      </dgm:prSet>
      <dgm:spPr/>
    </dgm:pt>
    <dgm:pt modelId="{B459AC92-6D16-40CA-A39C-99820CD2B2BA}" type="pres">
      <dgm:prSet presAssocID="{AE99D932-A5AD-44DC-94D1-45D99A264D52}" presName="FourNodes_2" presStyleLbl="node1" presStyleIdx="1" presStyleCnt="4">
        <dgm:presLayoutVars>
          <dgm:bulletEnabled val="1"/>
        </dgm:presLayoutVars>
      </dgm:prSet>
      <dgm:spPr/>
    </dgm:pt>
    <dgm:pt modelId="{DFCF3EC4-1484-4DB2-8BAE-AF6B84ACC8F9}" type="pres">
      <dgm:prSet presAssocID="{AE99D932-A5AD-44DC-94D1-45D99A264D52}" presName="FourNodes_3" presStyleLbl="node1" presStyleIdx="2" presStyleCnt="4">
        <dgm:presLayoutVars>
          <dgm:bulletEnabled val="1"/>
        </dgm:presLayoutVars>
      </dgm:prSet>
      <dgm:spPr/>
    </dgm:pt>
    <dgm:pt modelId="{187177E3-1F3F-409A-92CA-76F46456110B}" type="pres">
      <dgm:prSet presAssocID="{AE99D932-A5AD-44DC-94D1-45D99A264D52}" presName="FourNodes_4" presStyleLbl="node1" presStyleIdx="3" presStyleCnt="4">
        <dgm:presLayoutVars>
          <dgm:bulletEnabled val="1"/>
        </dgm:presLayoutVars>
      </dgm:prSet>
      <dgm:spPr/>
    </dgm:pt>
    <dgm:pt modelId="{405AC9C2-77D5-49A1-A1EF-4B307A2BBBC5}" type="pres">
      <dgm:prSet presAssocID="{AE99D932-A5AD-44DC-94D1-45D99A264D52}" presName="FourConn_1-2" presStyleLbl="fgAccFollowNode1" presStyleIdx="0" presStyleCnt="3">
        <dgm:presLayoutVars>
          <dgm:bulletEnabled val="1"/>
        </dgm:presLayoutVars>
      </dgm:prSet>
      <dgm:spPr/>
    </dgm:pt>
    <dgm:pt modelId="{AE9E54C1-88B1-477D-AD6F-64C1455E52D0}" type="pres">
      <dgm:prSet presAssocID="{AE99D932-A5AD-44DC-94D1-45D99A264D52}" presName="FourConn_2-3" presStyleLbl="fgAccFollowNode1" presStyleIdx="1" presStyleCnt="3">
        <dgm:presLayoutVars>
          <dgm:bulletEnabled val="1"/>
        </dgm:presLayoutVars>
      </dgm:prSet>
      <dgm:spPr/>
    </dgm:pt>
    <dgm:pt modelId="{966D8C6D-49D1-4B80-9CCE-B319FCD9EA0F}" type="pres">
      <dgm:prSet presAssocID="{AE99D932-A5AD-44DC-94D1-45D99A264D52}" presName="FourConn_3-4" presStyleLbl="fgAccFollowNode1" presStyleIdx="2" presStyleCnt="3">
        <dgm:presLayoutVars>
          <dgm:bulletEnabled val="1"/>
        </dgm:presLayoutVars>
      </dgm:prSet>
      <dgm:spPr/>
    </dgm:pt>
    <dgm:pt modelId="{093081B1-4CFF-4A48-9963-17E1E88A632D}" type="pres">
      <dgm:prSet presAssocID="{AE99D932-A5AD-44DC-94D1-45D99A264D52}" presName="FourNodes_1_text" presStyleLbl="node1" presStyleIdx="3" presStyleCnt="4">
        <dgm:presLayoutVars>
          <dgm:bulletEnabled val="1"/>
        </dgm:presLayoutVars>
      </dgm:prSet>
      <dgm:spPr/>
    </dgm:pt>
    <dgm:pt modelId="{7E1426EF-A14F-4437-A0D6-8D0AD26AD258}" type="pres">
      <dgm:prSet presAssocID="{AE99D932-A5AD-44DC-94D1-45D99A264D52}" presName="FourNodes_2_text" presStyleLbl="node1" presStyleIdx="3" presStyleCnt="4">
        <dgm:presLayoutVars>
          <dgm:bulletEnabled val="1"/>
        </dgm:presLayoutVars>
      </dgm:prSet>
      <dgm:spPr/>
    </dgm:pt>
    <dgm:pt modelId="{DDD3134F-4ADA-4AA4-9F62-535AC585D9A4}" type="pres">
      <dgm:prSet presAssocID="{AE99D932-A5AD-44DC-94D1-45D99A264D52}" presName="FourNodes_3_text" presStyleLbl="node1" presStyleIdx="3" presStyleCnt="4">
        <dgm:presLayoutVars>
          <dgm:bulletEnabled val="1"/>
        </dgm:presLayoutVars>
      </dgm:prSet>
      <dgm:spPr/>
    </dgm:pt>
    <dgm:pt modelId="{59691844-DF3C-4A7A-A3F3-8C71F5FD51CD}" type="pres">
      <dgm:prSet presAssocID="{AE99D932-A5AD-44DC-94D1-45D99A264D52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94CB0511-1423-4257-9D9F-189A3BCF17E3}" type="presOf" srcId="{279B8270-3811-4AA6-A06A-E2B0BD1B72A0}" destId="{187177E3-1F3F-409A-92CA-76F46456110B}" srcOrd="0" destOrd="0" presId="urn:microsoft.com/office/officeart/2005/8/layout/vProcess5"/>
    <dgm:cxn modelId="{FA7FC02E-C7A5-4D7D-BB70-6EDEEE7EF2FF}" type="presOf" srcId="{4442E3BF-3FF8-4C61-B49D-2D33151F9DBB}" destId="{966D8C6D-49D1-4B80-9CCE-B319FCD9EA0F}" srcOrd="0" destOrd="0" presId="urn:microsoft.com/office/officeart/2005/8/layout/vProcess5"/>
    <dgm:cxn modelId="{8B7B3C3E-930B-4B13-B931-29EE9F63C116}" srcId="{AE99D932-A5AD-44DC-94D1-45D99A264D52}" destId="{E23FBC02-AF5B-4BE7-8479-F321E05C18E9}" srcOrd="0" destOrd="0" parTransId="{9A018546-1F6F-4D44-9970-6BCDC16F51C8}" sibTransId="{05D5D58C-096C-4B1F-9D26-7418C112DBAC}"/>
    <dgm:cxn modelId="{3567E140-4B8B-4166-AB37-51A4DB073EC0}" type="presOf" srcId="{05D5D58C-096C-4B1F-9D26-7418C112DBAC}" destId="{405AC9C2-77D5-49A1-A1EF-4B307A2BBBC5}" srcOrd="0" destOrd="0" presId="urn:microsoft.com/office/officeart/2005/8/layout/vProcess5"/>
    <dgm:cxn modelId="{37F9B441-49AA-4807-862A-93902BFEAA85}" srcId="{AE99D932-A5AD-44DC-94D1-45D99A264D52}" destId="{AAD6359C-E859-4DE8-8905-B576257D47CA}" srcOrd="1" destOrd="0" parTransId="{5EF9E8E4-AC70-4DE7-8F5C-5BBF00214E4C}" sibTransId="{6D7B3B6D-47AB-4993-8C76-B5ED8C618006}"/>
    <dgm:cxn modelId="{DC7D9849-C7A1-48A4-9B24-B18EC46984C7}" type="presOf" srcId="{6D7B3B6D-47AB-4993-8C76-B5ED8C618006}" destId="{AE9E54C1-88B1-477D-AD6F-64C1455E52D0}" srcOrd="0" destOrd="0" presId="urn:microsoft.com/office/officeart/2005/8/layout/vProcess5"/>
    <dgm:cxn modelId="{6F359B75-3352-4FDE-967B-4556294E3166}" type="presOf" srcId="{E23FBC02-AF5B-4BE7-8479-F321E05C18E9}" destId="{093081B1-4CFF-4A48-9963-17E1E88A632D}" srcOrd="1" destOrd="0" presId="urn:microsoft.com/office/officeart/2005/8/layout/vProcess5"/>
    <dgm:cxn modelId="{A10DAD82-6128-4445-A7DC-47C792649D6F}" srcId="{AE99D932-A5AD-44DC-94D1-45D99A264D52}" destId="{279B8270-3811-4AA6-A06A-E2B0BD1B72A0}" srcOrd="3" destOrd="0" parTransId="{7F7F3D92-B600-436D-88C0-9F9AB978A004}" sibTransId="{B755C9C6-9EDF-42A6-84BE-BCFCA89AAACF}"/>
    <dgm:cxn modelId="{AB1C3885-B2EC-4EA9-9ECF-D3BB4826133D}" type="presOf" srcId="{AAD6359C-E859-4DE8-8905-B576257D47CA}" destId="{B459AC92-6D16-40CA-A39C-99820CD2B2BA}" srcOrd="0" destOrd="0" presId="urn:microsoft.com/office/officeart/2005/8/layout/vProcess5"/>
    <dgm:cxn modelId="{5BFDBD94-196E-4FC1-B254-D303CB55DE40}" type="presOf" srcId="{279B8270-3811-4AA6-A06A-E2B0BD1B72A0}" destId="{59691844-DF3C-4A7A-A3F3-8C71F5FD51CD}" srcOrd="1" destOrd="0" presId="urn:microsoft.com/office/officeart/2005/8/layout/vProcess5"/>
    <dgm:cxn modelId="{DADBD59D-6D96-4B81-AE35-4C3626ECE103}" type="presOf" srcId="{AAD6359C-E859-4DE8-8905-B576257D47CA}" destId="{7E1426EF-A14F-4437-A0D6-8D0AD26AD258}" srcOrd="1" destOrd="0" presId="urn:microsoft.com/office/officeart/2005/8/layout/vProcess5"/>
    <dgm:cxn modelId="{499A8DB1-A91D-4A24-953C-E68F7019DB1A}" type="presOf" srcId="{511C8B71-71BA-451A-9E97-08D14B76B9B3}" destId="{DDD3134F-4ADA-4AA4-9F62-535AC585D9A4}" srcOrd="1" destOrd="0" presId="urn:microsoft.com/office/officeart/2005/8/layout/vProcess5"/>
    <dgm:cxn modelId="{1F6AB6C8-23B5-4B74-90F4-840FEDC66632}" type="presOf" srcId="{AE99D932-A5AD-44DC-94D1-45D99A264D52}" destId="{5103104C-BD71-435B-B2C5-C0401D1B514E}" srcOrd="0" destOrd="0" presId="urn:microsoft.com/office/officeart/2005/8/layout/vProcess5"/>
    <dgm:cxn modelId="{03BB1BD7-7D7E-4D37-BD2A-5526890E9DCC}" type="presOf" srcId="{511C8B71-71BA-451A-9E97-08D14B76B9B3}" destId="{DFCF3EC4-1484-4DB2-8BAE-AF6B84ACC8F9}" srcOrd="0" destOrd="0" presId="urn:microsoft.com/office/officeart/2005/8/layout/vProcess5"/>
    <dgm:cxn modelId="{1F6454EC-7095-4FD9-A4E8-B83636215A7B}" srcId="{AE99D932-A5AD-44DC-94D1-45D99A264D52}" destId="{511C8B71-71BA-451A-9E97-08D14B76B9B3}" srcOrd="2" destOrd="0" parTransId="{34887C93-7FA2-4372-9B7E-D23BD176CE9E}" sibTransId="{4442E3BF-3FF8-4C61-B49D-2D33151F9DBB}"/>
    <dgm:cxn modelId="{6A0FB8F0-B590-4892-A83E-3688CA23BB08}" type="presOf" srcId="{E23FBC02-AF5B-4BE7-8479-F321E05C18E9}" destId="{B1A336C8-9284-4E7D-90E5-ED7EC1D0FB7D}" srcOrd="0" destOrd="0" presId="urn:microsoft.com/office/officeart/2005/8/layout/vProcess5"/>
    <dgm:cxn modelId="{D430E157-1BF8-405E-9A58-18A4498BBA16}" type="presParOf" srcId="{5103104C-BD71-435B-B2C5-C0401D1B514E}" destId="{9A79DFB4-2A5D-41C6-87DA-05C6D27558E1}" srcOrd="0" destOrd="0" presId="urn:microsoft.com/office/officeart/2005/8/layout/vProcess5"/>
    <dgm:cxn modelId="{368BBED8-7A37-43EC-9C4B-5014939E0C78}" type="presParOf" srcId="{5103104C-BD71-435B-B2C5-C0401D1B514E}" destId="{B1A336C8-9284-4E7D-90E5-ED7EC1D0FB7D}" srcOrd="1" destOrd="0" presId="urn:microsoft.com/office/officeart/2005/8/layout/vProcess5"/>
    <dgm:cxn modelId="{7B142A00-5CE5-46AB-857E-ADC4DDE79C31}" type="presParOf" srcId="{5103104C-BD71-435B-B2C5-C0401D1B514E}" destId="{B459AC92-6D16-40CA-A39C-99820CD2B2BA}" srcOrd="2" destOrd="0" presId="urn:microsoft.com/office/officeart/2005/8/layout/vProcess5"/>
    <dgm:cxn modelId="{79DCA41C-7803-4B87-9453-3C574ABFC6D6}" type="presParOf" srcId="{5103104C-BD71-435B-B2C5-C0401D1B514E}" destId="{DFCF3EC4-1484-4DB2-8BAE-AF6B84ACC8F9}" srcOrd="3" destOrd="0" presId="urn:microsoft.com/office/officeart/2005/8/layout/vProcess5"/>
    <dgm:cxn modelId="{64E38A04-786A-4ADC-83F6-4EF08BDFDA15}" type="presParOf" srcId="{5103104C-BD71-435B-B2C5-C0401D1B514E}" destId="{187177E3-1F3F-409A-92CA-76F46456110B}" srcOrd="4" destOrd="0" presId="urn:microsoft.com/office/officeart/2005/8/layout/vProcess5"/>
    <dgm:cxn modelId="{B05ADB79-22DA-4FBF-9624-3DB4D806D7CC}" type="presParOf" srcId="{5103104C-BD71-435B-B2C5-C0401D1B514E}" destId="{405AC9C2-77D5-49A1-A1EF-4B307A2BBBC5}" srcOrd="5" destOrd="0" presId="urn:microsoft.com/office/officeart/2005/8/layout/vProcess5"/>
    <dgm:cxn modelId="{CF2D6B9D-1AA1-4397-86F3-58283F518449}" type="presParOf" srcId="{5103104C-BD71-435B-B2C5-C0401D1B514E}" destId="{AE9E54C1-88B1-477D-AD6F-64C1455E52D0}" srcOrd="6" destOrd="0" presId="urn:microsoft.com/office/officeart/2005/8/layout/vProcess5"/>
    <dgm:cxn modelId="{07567D3A-3A18-4DFC-9FF0-620A027E1DBE}" type="presParOf" srcId="{5103104C-BD71-435B-B2C5-C0401D1B514E}" destId="{966D8C6D-49D1-4B80-9CCE-B319FCD9EA0F}" srcOrd="7" destOrd="0" presId="urn:microsoft.com/office/officeart/2005/8/layout/vProcess5"/>
    <dgm:cxn modelId="{56284764-704A-4455-82D0-B700213EDC4B}" type="presParOf" srcId="{5103104C-BD71-435B-B2C5-C0401D1B514E}" destId="{093081B1-4CFF-4A48-9963-17E1E88A632D}" srcOrd="8" destOrd="0" presId="urn:microsoft.com/office/officeart/2005/8/layout/vProcess5"/>
    <dgm:cxn modelId="{F7EBB72E-8D92-4601-87C8-FC8CD9172FCB}" type="presParOf" srcId="{5103104C-BD71-435B-B2C5-C0401D1B514E}" destId="{7E1426EF-A14F-4437-A0D6-8D0AD26AD258}" srcOrd="9" destOrd="0" presId="urn:microsoft.com/office/officeart/2005/8/layout/vProcess5"/>
    <dgm:cxn modelId="{9E086E62-E208-48F1-8E01-26802DD63C5E}" type="presParOf" srcId="{5103104C-BD71-435B-B2C5-C0401D1B514E}" destId="{DDD3134F-4ADA-4AA4-9F62-535AC585D9A4}" srcOrd="10" destOrd="0" presId="urn:microsoft.com/office/officeart/2005/8/layout/vProcess5"/>
    <dgm:cxn modelId="{57858246-C402-4F75-AE6D-FDD640CF23D2}" type="presParOf" srcId="{5103104C-BD71-435B-B2C5-C0401D1B514E}" destId="{59691844-DF3C-4A7A-A3F3-8C71F5FD51CD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087A737-2945-40BA-9114-3776D24390D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4BAFAB1-CC7A-4AFB-928E-D3039D4FBD0C}">
      <dgm:prSet/>
      <dgm:spPr/>
      <dgm:t>
        <a:bodyPr/>
        <a:lstStyle/>
        <a:p>
          <a:r>
            <a:rPr lang="en-US" dirty="0"/>
            <a:t>r = -0.9055</a:t>
          </a:r>
        </a:p>
      </dgm:t>
    </dgm:pt>
    <dgm:pt modelId="{7C291448-D5D8-4BF5-9318-652773A1B8D0}" type="parTrans" cxnId="{1DCAADF5-7E7D-4501-B8E4-06B48225515B}">
      <dgm:prSet/>
      <dgm:spPr/>
      <dgm:t>
        <a:bodyPr/>
        <a:lstStyle/>
        <a:p>
          <a:endParaRPr lang="en-US"/>
        </a:p>
      </dgm:t>
    </dgm:pt>
    <dgm:pt modelId="{355BBC42-6D33-4E0F-B7AE-9A270FD5C73D}" type="sibTrans" cxnId="{1DCAADF5-7E7D-4501-B8E4-06B48225515B}">
      <dgm:prSet/>
      <dgm:spPr/>
      <dgm:t>
        <a:bodyPr/>
        <a:lstStyle/>
        <a:p>
          <a:endParaRPr lang="en-US"/>
        </a:p>
      </dgm:t>
    </dgm:pt>
    <dgm:pt modelId="{398E1DF0-003A-425A-9548-F549B1387BF9}">
      <dgm:prSet/>
      <dgm:spPr/>
      <dgm:t>
        <a:bodyPr/>
        <a:lstStyle/>
        <a:p>
          <a:r>
            <a:rPr lang="en-US"/>
            <a:t>p = 1.486e-11</a:t>
          </a:r>
        </a:p>
      </dgm:t>
    </dgm:pt>
    <dgm:pt modelId="{99363DDD-25FC-4A15-B2F7-2BADE54E6576}" type="parTrans" cxnId="{5F3770AB-DC58-463D-8D35-F8BDF90F38F6}">
      <dgm:prSet/>
      <dgm:spPr/>
      <dgm:t>
        <a:bodyPr/>
        <a:lstStyle/>
        <a:p>
          <a:endParaRPr lang="en-US"/>
        </a:p>
      </dgm:t>
    </dgm:pt>
    <dgm:pt modelId="{05F5DF49-5C06-4C75-8DDA-FC0FBF0D3897}" type="sibTrans" cxnId="{5F3770AB-DC58-463D-8D35-F8BDF90F38F6}">
      <dgm:prSet/>
      <dgm:spPr/>
      <dgm:t>
        <a:bodyPr/>
        <a:lstStyle/>
        <a:p>
          <a:endParaRPr lang="en-US"/>
        </a:p>
      </dgm:t>
    </dgm:pt>
    <dgm:pt modelId="{2E83CA35-1DD7-4D42-8FBA-04E235BA235E}">
      <dgm:prSet/>
      <dgm:spPr/>
      <dgm:t>
        <a:bodyPr/>
        <a:lstStyle/>
        <a:p>
          <a:r>
            <a:rPr lang="en-US"/>
            <a:t>Strong negative relationship</a:t>
          </a:r>
        </a:p>
      </dgm:t>
    </dgm:pt>
    <dgm:pt modelId="{00BE5BCC-C0A8-4383-8C40-13DEE55BBC56}" type="parTrans" cxnId="{B4BB1EA0-F110-4536-AABA-01334BCC81D6}">
      <dgm:prSet/>
      <dgm:spPr/>
      <dgm:t>
        <a:bodyPr/>
        <a:lstStyle/>
        <a:p>
          <a:endParaRPr lang="en-US"/>
        </a:p>
      </dgm:t>
    </dgm:pt>
    <dgm:pt modelId="{83F30D09-1B52-4EDE-8E71-CF5BBD2CF98F}" type="sibTrans" cxnId="{B4BB1EA0-F110-4536-AABA-01334BCC81D6}">
      <dgm:prSet/>
      <dgm:spPr/>
      <dgm:t>
        <a:bodyPr/>
        <a:lstStyle/>
        <a:p>
          <a:endParaRPr lang="en-US"/>
        </a:p>
      </dgm:t>
    </dgm:pt>
    <dgm:pt modelId="{2A365A32-DDC0-487A-9235-DACAB6E6132C}">
      <dgm:prSet/>
      <dgm:spPr/>
      <dgm:t>
        <a:bodyPr/>
        <a:lstStyle/>
        <a:p>
          <a:r>
            <a:rPr lang="en-US"/>
            <a:t>More usage → lower earnings</a:t>
          </a:r>
        </a:p>
      </dgm:t>
    </dgm:pt>
    <dgm:pt modelId="{E7B868AE-196C-44B4-ACD5-304B20B6F50E}" type="parTrans" cxnId="{58E1049E-D5C5-4AF7-BCDF-D0C1CD6A045B}">
      <dgm:prSet/>
      <dgm:spPr/>
      <dgm:t>
        <a:bodyPr/>
        <a:lstStyle/>
        <a:p>
          <a:endParaRPr lang="en-US"/>
        </a:p>
      </dgm:t>
    </dgm:pt>
    <dgm:pt modelId="{456B15B1-FE1D-4E23-89BA-3861BC7F2452}" type="sibTrans" cxnId="{58E1049E-D5C5-4AF7-BCDF-D0C1CD6A045B}">
      <dgm:prSet/>
      <dgm:spPr/>
      <dgm:t>
        <a:bodyPr/>
        <a:lstStyle/>
        <a:p>
          <a:endParaRPr lang="en-US"/>
        </a:p>
      </dgm:t>
    </dgm:pt>
    <dgm:pt modelId="{5D21AD86-18F7-4B1D-9F84-08DBD5572C36}" type="pres">
      <dgm:prSet presAssocID="{D087A737-2945-40BA-9114-3776D24390DE}" presName="linear" presStyleCnt="0">
        <dgm:presLayoutVars>
          <dgm:animLvl val="lvl"/>
          <dgm:resizeHandles val="exact"/>
        </dgm:presLayoutVars>
      </dgm:prSet>
      <dgm:spPr/>
    </dgm:pt>
    <dgm:pt modelId="{822E2D3C-3755-404D-AB49-01ECFA801E48}" type="pres">
      <dgm:prSet presAssocID="{F4BAFAB1-CC7A-4AFB-928E-D3039D4FBD0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239BD65-6CDC-4D58-83B5-FE3DDCFF962A}" type="pres">
      <dgm:prSet presAssocID="{355BBC42-6D33-4E0F-B7AE-9A270FD5C73D}" presName="spacer" presStyleCnt="0"/>
      <dgm:spPr/>
    </dgm:pt>
    <dgm:pt modelId="{142FFA44-06AF-43F0-B6D8-D8EE6D367053}" type="pres">
      <dgm:prSet presAssocID="{398E1DF0-003A-425A-9548-F549B1387BF9}" presName="parentText" presStyleLbl="node1" presStyleIdx="1" presStyleCnt="4" custLinFactNeighborX="-65461">
        <dgm:presLayoutVars>
          <dgm:chMax val="0"/>
          <dgm:bulletEnabled val="1"/>
        </dgm:presLayoutVars>
      </dgm:prSet>
      <dgm:spPr/>
    </dgm:pt>
    <dgm:pt modelId="{04B96628-3AA4-457C-9597-1978B4A8706E}" type="pres">
      <dgm:prSet presAssocID="{05F5DF49-5C06-4C75-8DDA-FC0FBF0D3897}" presName="spacer" presStyleCnt="0"/>
      <dgm:spPr/>
    </dgm:pt>
    <dgm:pt modelId="{9EE9C7AB-A5E9-4AB6-B358-910810F79C03}" type="pres">
      <dgm:prSet presAssocID="{2E83CA35-1DD7-4D42-8FBA-04E235BA235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95360A9-8C16-4ADA-AF1D-42AAEBC06E00}" type="pres">
      <dgm:prSet presAssocID="{83F30D09-1B52-4EDE-8E71-CF5BBD2CF98F}" presName="spacer" presStyleCnt="0"/>
      <dgm:spPr/>
    </dgm:pt>
    <dgm:pt modelId="{34F60DD7-E676-4FFB-96A4-8A1DC3DB92A3}" type="pres">
      <dgm:prSet presAssocID="{2A365A32-DDC0-487A-9235-DACAB6E6132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6900F27-C4EA-4054-A1C4-A089E6AEE7CB}" type="presOf" srcId="{398E1DF0-003A-425A-9548-F549B1387BF9}" destId="{142FFA44-06AF-43F0-B6D8-D8EE6D367053}" srcOrd="0" destOrd="0" presId="urn:microsoft.com/office/officeart/2005/8/layout/vList2"/>
    <dgm:cxn modelId="{7756116C-AE45-4627-A7A3-1CABC7C61030}" type="presOf" srcId="{F4BAFAB1-CC7A-4AFB-928E-D3039D4FBD0C}" destId="{822E2D3C-3755-404D-AB49-01ECFA801E48}" srcOrd="0" destOrd="0" presId="urn:microsoft.com/office/officeart/2005/8/layout/vList2"/>
    <dgm:cxn modelId="{5E0D8199-0CDF-44C5-BBFA-1E3CD14235FC}" type="presOf" srcId="{2A365A32-DDC0-487A-9235-DACAB6E6132C}" destId="{34F60DD7-E676-4FFB-96A4-8A1DC3DB92A3}" srcOrd="0" destOrd="0" presId="urn:microsoft.com/office/officeart/2005/8/layout/vList2"/>
    <dgm:cxn modelId="{58E1049E-D5C5-4AF7-BCDF-D0C1CD6A045B}" srcId="{D087A737-2945-40BA-9114-3776D24390DE}" destId="{2A365A32-DDC0-487A-9235-DACAB6E6132C}" srcOrd="3" destOrd="0" parTransId="{E7B868AE-196C-44B4-ACD5-304B20B6F50E}" sibTransId="{456B15B1-FE1D-4E23-89BA-3861BC7F2452}"/>
    <dgm:cxn modelId="{B4BB1EA0-F110-4536-AABA-01334BCC81D6}" srcId="{D087A737-2945-40BA-9114-3776D24390DE}" destId="{2E83CA35-1DD7-4D42-8FBA-04E235BA235E}" srcOrd="2" destOrd="0" parTransId="{00BE5BCC-C0A8-4383-8C40-13DEE55BBC56}" sibTransId="{83F30D09-1B52-4EDE-8E71-CF5BBD2CF98F}"/>
    <dgm:cxn modelId="{5F3770AB-DC58-463D-8D35-F8BDF90F38F6}" srcId="{D087A737-2945-40BA-9114-3776D24390DE}" destId="{398E1DF0-003A-425A-9548-F549B1387BF9}" srcOrd="1" destOrd="0" parTransId="{99363DDD-25FC-4A15-B2F7-2BADE54E6576}" sibTransId="{05F5DF49-5C06-4C75-8DDA-FC0FBF0D3897}"/>
    <dgm:cxn modelId="{28445FD6-3B68-4C66-9FDA-4A5C99265FDD}" type="presOf" srcId="{D087A737-2945-40BA-9114-3776D24390DE}" destId="{5D21AD86-18F7-4B1D-9F84-08DBD5572C36}" srcOrd="0" destOrd="0" presId="urn:microsoft.com/office/officeart/2005/8/layout/vList2"/>
    <dgm:cxn modelId="{99381CE4-8223-44A8-A0A3-C853DCB0DBE2}" type="presOf" srcId="{2E83CA35-1DD7-4D42-8FBA-04E235BA235E}" destId="{9EE9C7AB-A5E9-4AB6-B358-910810F79C03}" srcOrd="0" destOrd="0" presId="urn:microsoft.com/office/officeart/2005/8/layout/vList2"/>
    <dgm:cxn modelId="{1DCAADF5-7E7D-4501-B8E4-06B48225515B}" srcId="{D087A737-2945-40BA-9114-3776D24390DE}" destId="{F4BAFAB1-CC7A-4AFB-928E-D3039D4FBD0C}" srcOrd="0" destOrd="0" parTransId="{7C291448-D5D8-4BF5-9318-652773A1B8D0}" sibTransId="{355BBC42-6D33-4E0F-B7AE-9A270FD5C73D}"/>
    <dgm:cxn modelId="{ADCE1B7B-3FB4-4918-88FF-1777DE1CF317}" type="presParOf" srcId="{5D21AD86-18F7-4B1D-9F84-08DBD5572C36}" destId="{822E2D3C-3755-404D-AB49-01ECFA801E48}" srcOrd="0" destOrd="0" presId="urn:microsoft.com/office/officeart/2005/8/layout/vList2"/>
    <dgm:cxn modelId="{1561C1EE-701A-4803-8EDF-2C6674C85EF8}" type="presParOf" srcId="{5D21AD86-18F7-4B1D-9F84-08DBD5572C36}" destId="{2239BD65-6CDC-4D58-83B5-FE3DDCFF962A}" srcOrd="1" destOrd="0" presId="urn:microsoft.com/office/officeart/2005/8/layout/vList2"/>
    <dgm:cxn modelId="{5B48FCCC-3647-431E-AF92-E26FA6973E2D}" type="presParOf" srcId="{5D21AD86-18F7-4B1D-9F84-08DBD5572C36}" destId="{142FFA44-06AF-43F0-B6D8-D8EE6D367053}" srcOrd="2" destOrd="0" presId="urn:microsoft.com/office/officeart/2005/8/layout/vList2"/>
    <dgm:cxn modelId="{3201C599-DD25-4322-BFC1-246AFBB4E242}" type="presParOf" srcId="{5D21AD86-18F7-4B1D-9F84-08DBD5572C36}" destId="{04B96628-3AA4-457C-9597-1978B4A8706E}" srcOrd="3" destOrd="0" presId="urn:microsoft.com/office/officeart/2005/8/layout/vList2"/>
    <dgm:cxn modelId="{6E82D489-906A-45EE-B6B5-BB81762FB0E7}" type="presParOf" srcId="{5D21AD86-18F7-4B1D-9F84-08DBD5572C36}" destId="{9EE9C7AB-A5E9-4AB6-B358-910810F79C03}" srcOrd="4" destOrd="0" presId="urn:microsoft.com/office/officeart/2005/8/layout/vList2"/>
    <dgm:cxn modelId="{1E435CCF-07C3-4C6D-80EA-FB4D19805AEE}" type="presParOf" srcId="{5D21AD86-18F7-4B1D-9F84-08DBD5572C36}" destId="{395360A9-8C16-4ADA-AF1D-42AAEBC06E00}" srcOrd="5" destOrd="0" presId="urn:microsoft.com/office/officeart/2005/8/layout/vList2"/>
    <dgm:cxn modelId="{AFBAA589-3B54-4EE5-BEB4-89A8DC91DBEE}" type="presParOf" srcId="{5D21AD86-18F7-4B1D-9F84-08DBD5572C36}" destId="{34F60DD7-E676-4FFB-96A4-8A1DC3DB92A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B02E81F-5C41-41D1-970D-27031F02054E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979EBD66-0AB1-4A1F-A1AD-73286C20145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Earning = 4.9909 - 0.01598(SM_Minutes)</a:t>
          </a:r>
        </a:p>
      </dgm:t>
    </dgm:pt>
    <dgm:pt modelId="{A035045C-CF9A-473B-BEC1-114BA1CC18A3}" type="parTrans" cxnId="{0204DF4E-A2CE-4297-976D-5723424EE67B}">
      <dgm:prSet/>
      <dgm:spPr/>
      <dgm:t>
        <a:bodyPr/>
        <a:lstStyle/>
        <a:p>
          <a:endParaRPr lang="en-US"/>
        </a:p>
      </dgm:t>
    </dgm:pt>
    <dgm:pt modelId="{46BF33F2-C9E1-486C-A855-B4F91AAE684E}" type="sibTrans" cxnId="{0204DF4E-A2CE-4297-976D-5723424EE67B}">
      <dgm:prSet/>
      <dgm:spPr/>
      <dgm:t>
        <a:bodyPr/>
        <a:lstStyle/>
        <a:p>
          <a:endParaRPr lang="en-US"/>
        </a:p>
      </dgm:t>
    </dgm:pt>
    <dgm:pt modelId="{9B6F8F4C-AF31-4A4E-A1C4-8346EFECDA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 = 1.49e-11</a:t>
          </a:r>
        </a:p>
      </dgm:t>
    </dgm:pt>
    <dgm:pt modelId="{1D09B95F-302A-412C-B135-30A4BD5C10C1}" type="parTrans" cxnId="{C4669624-5197-4001-9D2F-3ECFE44955E7}">
      <dgm:prSet/>
      <dgm:spPr/>
      <dgm:t>
        <a:bodyPr/>
        <a:lstStyle/>
        <a:p>
          <a:endParaRPr lang="en-US"/>
        </a:p>
      </dgm:t>
    </dgm:pt>
    <dgm:pt modelId="{C845AE40-2B5B-41F4-8F28-85BE0C072E03}" type="sibTrans" cxnId="{C4669624-5197-4001-9D2F-3ECFE44955E7}">
      <dgm:prSet/>
      <dgm:spPr/>
      <dgm:t>
        <a:bodyPr/>
        <a:lstStyle/>
        <a:p>
          <a:endParaRPr lang="en-US"/>
        </a:p>
      </dgm:t>
    </dgm:pt>
    <dgm:pt modelId="{F0B6EAF2-4ADA-4B1D-94D6-0D702BCBD2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R² = 0.8199</a:t>
          </a:r>
        </a:p>
      </dgm:t>
    </dgm:pt>
    <dgm:pt modelId="{D8FE43E3-B2DD-4018-BF0A-372186C657DA}" type="parTrans" cxnId="{745213DA-E527-4122-A493-7D220AD0BDF6}">
      <dgm:prSet/>
      <dgm:spPr/>
      <dgm:t>
        <a:bodyPr/>
        <a:lstStyle/>
        <a:p>
          <a:endParaRPr lang="en-US"/>
        </a:p>
      </dgm:t>
    </dgm:pt>
    <dgm:pt modelId="{F98985C3-84C4-40C0-9D20-4A00E37E9C63}" type="sibTrans" cxnId="{745213DA-E527-4122-A493-7D220AD0BDF6}">
      <dgm:prSet/>
      <dgm:spPr/>
      <dgm:t>
        <a:bodyPr/>
        <a:lstStyle/>
        <a:p>
          <a:endParaRPr lang="en-US"/>
        </a:p>
      </dgm:t>
    </dgm:pt>
    <dgm:pt modelId="{2DCFBB0E-AC9C-4A37-9DAC-A15436FD08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Strong predictive model</a:t>
          </a:r>
        </a:p>
      </dgm:t>
    </dgm:pt>
    <dgm:pt modelId="{27D1E497-E229-44FF-AA48-A1BB74AAB231}" type="parTrans" cxnId="{B78F1EA0-5743-478B-AC2D-BE89E0C0EA42}">
      <dgm:prSet/>
      <dgm:spPr/>
      <dgm:t>
        <a:bodyPr/>
        <a:lstStyle/>
        <a:p>
          <a:endParaRPr lang="en-US"/>
        </a:p>
      </dgm:t>
    </dgm:pt>
    <dgm:pt modelId="{451175AD-589F-47B8-A5BD-0ECA7A8A1F7E}" type="sibTrans" cxnId="{B78F1EA0-5743-478B-AC2D-BE89E0C0EA42}">
      <dgm:prSet/>
      <dgm:spPr/>
      <dgm:t>
        <a:bodyPr/>
        <a:lstStyle/>
        <a:p>
          <a:endParaRPr lang="en-US"/>
        </a:p>
      </dgm:t>
    </dgm:pt>
    <dgm:pt modelId="{2ACD14A0-11AF-4FF5-905D-FD61A497D5B8}" type="pres">
      <dgm:prSet presAssocID="{9B02E81F-5C41-41D1-970D-27031F02054E}" presName="linear" presStyleCnt="0">
        <dgm:presLayoutVars>
          <dgm:dir/>
          <dgm:animLvl val="lvl"/>
          <dgm:resizeHandles val="exact"/>
        </dgm:presLayoutVars>
      </dgm:prSet>
      <dgm:spPr/>
    </dgm:pt>
    <dgm:pt modelId="{ADF451C4-9681-4B02-AED9-D60A5047C989}" type="pres">
      <dgm:prSet presAssocID="{979EBD66-0AB1-4A1F-A1AD-73286C20145E}" presName="parentLin" presStyleCnt="0"/>
      <dgm:spPr/>
    </dgm:pt>
    <dgm:pt modelId="{950775F8-235D-497F-BF26-FF66515A5CA1}" type="pres">
      <dgm:prSet presAssocID="{979EBD66-0AB1-4A1F-A1AD-73286C20145E}" presName="parentLeftMargin" presStyleLbl="node1" presStyleIdx="0" presStyleCnt="4"/>
      <dgm:spPr/>
    </dgm:pt>
    <dgm:pt modelId="{68C2C5BD-9D3E-478C-A8A3-9C79FAB6DBA7}" type="pres">
      <dgm:prSet presAssocID="{979EBD66-0AB1-4A1F-A1AD-73286C20145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2FF71EC-756D-4705-BA13-37964393C1DA}" type="pres">
      <dgm:prSet presAssocID="{979EBD66-0AB1-4A1F-A1AD-73286C20145E}" presName="negativeSpace" presStyleCnt="0"/>
      <dgm:spPr/>
    </dgm:pt>
    <dgm:pt modelId="{91B12992-1129-4FC1-9290-0CD3CFCC8495}" type="pres">
      <dgm:prSet presAssocID="{979EBD66-0AB1-4A1F-A1AD-73286C20145E}" presName="childText" presStyleLbl="conFgAcc1" presStyleIdx="0" presStyleCnt="4">
        <dgm:presLayoutVars>
          <dgm:bulletEnabled val="1"/>
        </dgm:presLayoutVars>
      </dgm:prSet>
      <dgm:spPr/>
    </dgm:pt>
    <dgm:pt modelId="{1F25A181-7718-4674-A5E1-33B6E28BC500}" type="pres">
      <dgm:prSet presAssocID="{46BF33F2-C9E1-486C-A855-B4F91AAE684E}" presName="spaceBetweenRectangles" presStyleCnt="0"/>
      <dgm:spPr/>
    </dgm:pt>
    <dgm:pt modelId="{695500F0-8721-47E7-9AA7-C159D7C484BB}" type="pres">
      <dgm:prSet presAssocID="{9B6F8F4C-AF31-4A4E-A1C4-8346EFECDA0D}" presName="parentLin" presStyleCnt="0"/>
      <dgm:spPr/>
    </dgm:pt>
    <dgm:pt modelId="{FA5FF87B-FC7F-424E-BD2F-8EEE6C31AED4}" type="pres">
      <dgm:prSet presAssocID="{9B6F8F4C-AF31-4A4E-A1C4-8346EFECDA0D}" presName="parentLeftMargin" presStyleLbl="node1" presStyleIdx="0" presStyleCnt="4"/>
      <dgm:spPr/>
    </dgm:pt>
    <dgm:pt modelId="{6B7DA03D-FCC8-437D-8D13-8C322F56706C}" type="pres">
      <dgm:prSet presAssocID="{9B6F8F4C-AF31-4A4E-A1C4-8346EFECDA0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678E9F1-73D4-4218-B54F-ACBE217F263D}" type="pres">
      <dgm:prSet presAssocID="{9B6F8F4C-AF31-4A4E-A1C4-8346EFECDA0D}" presName="negativeSpace" presStyleCnt="0"/>
      <dgm:spPr/>
    </dgm:pt>
    <dgm:pt modelId="{5DEDE1A3-D794-4927-BEC2-9324943EE17C}" type="pres">
      <dgm:prSet presAssocID="{9B6F8F4C-AF31-4A4E-A1C4-8346EFECDA0D}" presName="childText" presStyleLbl="conFgAcc1" presStyleIdx="1" presStyleCnt="4">
        <dgm:presLayoutVars>
          <dgm:bulletEnabled val="1"/>
        </dgm:presLayoutVars>
      </dgm:prSet>
      <dgm:spPr/>
    </dgm:pt>
    <dgm:pt modelId="{ACD01A57-3574-4DB5-BECB-A8D7E522C5DE}" type="pres">
      <dgm:prSet presAssocID="{C845AE40-2B5B-41F4-8F28-85BE0C072E03}" presName="spaceBetweenRectangles" presStyleCnt="0"/>
      <dgm:spPr/>
    </dgm:pt>
    <dgm:pt modelId="{E989D201-CBA9-4392-8EC1-798F070DC4E1}" type="pres">
      <dgm:prSet presAssocID="{F0B6EAF2-4ADA-4B1D-94D6-0D702BCBD2B4}" presName="parentLin" presStyleCnt="0"/>
      <dgm:spPr/>
    </dgm:pt>
    <dgm:pt modelId="{63F2AA1E-235E-48A7-8F66-FAC9A958CFE3}" type="pres">
      <dgm:prSet presAssocID="{F0B6EAF2-4ADA-4B1D-94D6-0D702BCBD2B4}" presName="parentLeftMargin" presStyleLbl="node1" presStyleIdx="1" presStyleCnt="4"/>
      <dgm:spPr/>
    </dgm:pt>
    <dgm:pt modelId="{237E6C4C-0C3B-41CC-BD94-5247782DA417}" type="pres">
      <dgm:prSet presAssocID="{F0B6EAF2-4ADA-4B1D-94D6-0D702BCBD2B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5F4E70D-4EC6-4ADC-80D1-F0E987B1750B}" type="pres">
      <dgm:prSet presAssocID="{F0B6EAF2-4ADA-4B1D-94D6-0D702BCBD2B4}" presName="negativeSpace" presStyleCnt="0"/>
      <dgm:spPr/>
    </dgm:pt>
    <dgm:pt modelId="{F2F2DA34-51F9-45E2-B575-FB3537D0EE32}" type="pres">
      <dgm:prSet presAssocID="{F0B6EAF2-4ADA-4B1D-94D6-0D702BCBD2B4}" presName="childText" presStyleLbl="conFgAcc1" presStyleIdx="2" presStyleCnt="4">
        <dgm:presLayoutVars>
          <dgm:bulletEnabled val="1"/>
        </dgm:presLayoutVars>
      </dgm:prSet>
      <dgm:spPr/>
    </dgm:pt>
    <dgm:pt modelId="{E6369A30-80B8-4AA3-8846-FF9E9F2CCDCC}" type="pres">
      <dgm:prSet presAssocID="{F98985C3-84C4-40C0-9D20-4A00E37E9C63}" presName="spaceBetweenRectangles" presStyleCnt="0"/>
      <dgm:spPr/>
    </dgm:pt>
    <dgm:pt modelId="{FEAB4622-17F7-4975-AF36-3CAFE23B97C7}" type="pres">
      <dgm:prSet presAssocID="{2DCFBB0E-AC9C-4A37-9DAC-A15436FD0821}" presName="parentLin" presStyleCnt="0"/>
      <dgm:spPr/>
    </dgm:pt>
    <dgm:pt modelId="{BA602F14-DC4C-4888-9C3C-7015637E717F}" type="pres">
      <dgm:prSet presAssocID="{2DCFBB0E-AC9C-4A37-9DAC-A15436FD0821}" presName="parentLeftMargin" presStyleLbl="node1" presStyleIdx="2" presStyleCnt="4"/>
      <dgm:spPr/>
    </dgm:pt>
    <dgm:pt modelId="{CE8DCC90-6B62-4800-BC1F-E313F2EA2B17}" type="pres">
      <dgm:prSet presAssocID="{2DCFBB0E-AC9C-4A37-9DAC-A15436FD0821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21F62582-3BA2-4159-B8CA-76FB882EF908}" type="pres">
      <dgm:prSet presAssocID="{2DCFBB0E-AC9C-4A37-9DAC-A15436FD0821}" presName="negativeSpace" presStyleCnt="0"/>
      <dgm:spPr/>
    </dgm:pt>
    <dgm:pt modelId="{3BD56D52-C4B4-42E3-B25D-00D73A77EE27}" type="pres">
      <dgm:prSet presAssocID="{2DCFBB0E-AC9C-4A37-9DAC-A15436FD0821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9CB1D508-532C-4981-A889-01478C47EB99}" type="presOf" srcId="{9B02E81F-5C41-41D1-970D-27031F02054E}" destId="{2ACD14A0-11AF-4FF5-905D-FD61A497D5B8}" srcOrd="0" destOrd="0" presId="urn:microsoft.com/office/officeart/2005/8/layout/list1"/>
    <dgm:cxn modelId="{3DA3A80C-E42E-47B8-8CAF-E26D469F3478}" type="presOf" srcId="{F0B6EAF2-4ADA-4B1D-94D6-0D702BCBD2B4}" destId="{237E6C4C-0C3B-41CC-BD94-5247782DA417}" srcOrd="1" destOrd="0" presId="urn:microsoft.com/office/officeart/2005/8/layout/list1"/>
    <dgm:cxn modelId="{112D3922-F04E-4749-870F-88D953F93238}" type="presOf" srcId="{9B6F8F4C-AF31-4A4E-A1C4-8346EFECDA0D}" destId="{FA5FF87B-FC7F-424E-BD2F-8EEE6C31AED4}" srcOrd="0" destOrd="0" presId="urn:microsoft.com/office/officeart/2005/8/layout/list1"/>
    <dgm:cxn modelId="{C4669624-5197-4001-9D2F-3ECFE44955E7}" srcId="{9B02E81F-5C41-41D1-970D-27031F02054E}" destId="{9B6F8F4C-AF31-4A4E-A1C4-8346EFECDA0D}" srcOrd="1" destOrd="0" parTransId="{1D09B95F-302A-412C-B135-30A4BD5C10C1}" sibTransId="{C845AE40-2B5B-41F4-8F28-85BE0C072E03}"/>
    <dgm:cxn modelId="{65D8243A-EB9D-4C49-9103-DDD21D598E52}" type="presOf" srcId="{979EBD66-0AB1-4A1F-A1AD-73286C20145E}" destId="{950775F8-235D-497F-BF26-FF66515A5CA1}" srcOrd="0" destOrd="0" presId="urn:microsoft.com/office/officeart/2005/8/layout/list1"/>
    <dgm:cxn modelId="{30AAC43B-F530-4864-AEA6-311F3B5D4C89}" type="presOf" srcId="{F0B6EAF2-4ADA-4B1D-94D6-0D702BCBD2B4}" destId="{63F2AA1E-235E-48A7-8F66-FAC9A958CFE3}" srcOrd="0" destOrd="0" presId="urn:microsoft.com/office/officeart/2005/8/layout/list1"/>
    <dgm:cxn modelId="{39825B63-097C-4083-BCCE-7A2204A5233C}" type="presOf" srcId="{2DCFBB0E-AC9C-4A37-9DAC-A15436FD0821}" destId="{BA602F14-DC4C-4888-9C3C-7015637E717F}" srcOrd="0" destOrd="0" presId="urn:microsoft.com/office/officeart/2005/8/layout/list1"/>
    <dgm:cxn modelId="{8FC3B346-D503-415D-99FA-1188C3A7603B}" type="presOf" srcId="{2DCFBB0E-AC9C-4A37-9DAC-A15436FD0821}" destId="{CE8DCC90-6B62-4800-BC1F-E313F2EA2B17}" srcOrd="1" destOrd="0" presId="urn:microsoft.com/office/officeart/2005/8/layout/list1"/>
    <dgm:cxn modelId="{0204DF4E-A2CE-4297-976D-5723424EE67B}" srcId="{9B02E81F-5C41-41D1-970D-27031F02054E}" destId="{979EBD66-0AB1-4A1F-A1AD-73286C20145E}" srcOrd="0" destOrd="0" parTransId="{A035045C-CF9A-473B-BEC1-114BA1CC18A3}" sibTransId="{46BF33F2-C9E1-486C-A855-B4F91AAE684E}"/>
    <dgm:cxn modelId="{B78F1EA0-5743-478B-AC2D-BE89E0C0EA42}" srcId="{9B02E81F-5C41-41D1-970D-27031F02054E}" destId="{2DCFBB0E-AC9C-4A37-9DAC-A15436FD0821}" srcOrd="3" destOrd="0" parTransId="{27D1E497-E229-44FF-AA48-A1BB74AAB231}" sibTransId="{451175AD-589F-47B8-A5BD-0ECA7A8A1F7E}"/>
    <dgm:cxn modelId="{F2440DCE-3EE3-4BA2-8CF4-4FFD19FF5A25}" type="presOf" srcId="{979EBD66-0AB1-4A1F-A1AD-73286C20145E}" destId="{68C2C5BD-9D3E-478C-A8A3-9C79FAB6DBA7}" srcOrd="1" destOrd="0" presId="urn:microsoft.com/office/officeart/2005/8/layout/list1"/>
    <dgm:cxn modelId="{2D8D5ED7-F3C1-40D5-9855-16B09E2DAAC5}" type="presOf" srcId="{9B6F8F4C-AF31-4A4E-A1C4-8346EFECDA0D}" destId="{6B7DA03D-FCC8-437D-8D13-8C322F56706C}" srcOrd="1" destOrd="0" presId="urn:microsoft.com/office/officeart/2005/8/layout/list1"/>
    <dgm:cxn modelId="{745213DA-E527-4122-A493-7D220AD0BDF6}" srcId="{9B02E81F-5C41-41D1-970D-27031F02054E}" destId="{F0B6EAF2-4ADA-4B1D-94D6-0D702BCBD2B4}" srcOrd="2" destOrd="0" parTransId="{D8FE43E3-B2DD-4018-BF0A-372186C657DA}" sibTransId="{F98985C3-84C4-40C0-9D20-4A00E37E9C63}"/>
    <dgm:cxn modelId="{8EF2FEBC-0452-49C5-8490-D3A6256D4E96}" type="presParOf" srcId="{2ACD14A0-11AF-4FF5-905D-FD61A497D5B8}" destId="{ADF451C4-9681-4B02-AED9-D60A5047C989}" srcOrd="0" destOrd="0" presId="urn:microsoft.com/office/officeart/2005/8/layout/list1"/>
    <dgm:cxn modelId="{5D094D88-F39C-4CEA-8B97-47065C53348E}" type="presParOf" srcId="{ADF451C4-9681-4B02-AED9-D60A5047C989}" destId="{950775F8-235D-497F-BF26-FF66515A5CA1}" srcOrd="0" destOrd="0" presId="urn:microsoft.com/office/officeart/2005/8/layout/list1"/>
    <dgm:cxn modelId="{34183D95-CB4C-4CC0-BF09-B26836A69F77}" type="presParOf" srcId="{ADF451C4-9681-4B02-AED9-D60A5047C989}" destId="{68C2C5BD-9D3E-478C-A8A3-9C79FAB6DBA7}" srcOrd="1" destOrd="0" presId="urn:microsoft.com/office/officeart/2005/8/layout/list1"/>
    <dgm:cxn modelId="{12AB597A-16BC-4185-BAB5-4C7A4FB947A9}" type="presParOf" srcId="{2ACD14A0-11AF-4FF5-905D-FD61A497D5B8}" destId="{72FF71EC-756D-4705-BA13-37964393C1DA}" srcOrd="1" destOrd="0" presId="urn:microsoft.com/office/officeart/2005/8/layout/list1"/>
    <dgm:cxn modelId="{7572F2D2-5DC9-43BF-804A-ADFB212FCB7A}" type="presParOf" srcId="{2ACD14A0-11AF-4FF5-905D-FD61A497D5B8}" destId="{91B12992-1129-4FC1-9290-0CD3CFCC8495}" srcOrd="2" destOrd="0" presId="urn:microsoft.com/office/officeart/2005/8/layout/list1"/>
    <dgm:cxn modelId="{8B933E29-1089-4FF1-AE37-34C2071D6486}" type="presParOf" srcId="{2ACD14A0-11AF-4FF5-905D-FD61A497D5B8}" destId="{1F25A181-7718-4674-A5E1-33B6E28BC500}" srcOrd="3" destOrd="0" presId="urn:microsoft.com/office/officeart/2005/8/layout/list1"/>
    <dgm:cxn modelId="{38F6EDC1-9C01-4262-9C48-6459E7F8CD72}" type="presParOf" srcId="{2ACD14A0-11AF-4FF5-905D-FD61A497D5B8}" destId="{695500F0-8721-47E7-9AA7-C159D7C484BB}" srcOrd="4" destOrd="0" presId="urn:microsoft.com/office/officeart/2005/8/layout/list1"/>
    <dgm:cxn modelId="{E9E41A53-F1EA-4DC7-9029-DC02E9FFCFAA}" type="presParOf" srcId="{695500F0-8721-47E7-9AA7-C159D7C484BB}" destId="{FA5FF87B-FC7F-424E-BD2F-8EEE6C31AED4}" srcOrd="0" destOrd="0" presId="urn:microsoft.com/office/officeart/2005/8/layout/list1"/>
    <dgm:cxn modelId="{E28A9F92-8AD5-4EC8-A289-ED8FB743AC8D}" type="presParOf" srcId="{695500F0-8721-47E7-9AA7-C159D7C484BB}" destId="{6B7DA03D-FCC8-437D-8D13-8C322F56706C}" srcOrd="1" destOrd="0" presId="urn:microsoft.com/office/officeart/2005/8/layout/list1"/>
    <dgm:cxn modelId="{15322BF5-9F54-4387-AB57-13E60AE15FDF}" type="presParOf" srcId="{2ACD14A0-11AF-4FF5-905D-FD61A497D5B8}" destId="{2678E9F1-73D4-4218-B54F-ACBE217F263D}" srcOrd="5" destOrd="0" presId="urn:microsoft.com/office/officeart/2005/8/layout/list1"/>
    <dgm:cxn modelId="{BB7E143B-7148-4ABB-90E6-A948463D13BD}" type="presParOf" srcId="{2ACD14A0-11AF-4FF5-905D-FD61A497D5B8}" destId="{5DEDE1A3-D794-4927-BEC2-9324943EE17C}" srcOrd="6" destOrd="0" presId="urn:microsoft.com/office/officeart/2005/8/layout/list1"/>
    <dgm:cxn modelId="{7EF72E25-4772-4763-8FF2-63F8E8FA94ED}" type="presParOf" srcId="{2ACD14A0-11AF-4FF5-905D-FD61A497D5B8}" destId="{ACD01A57-3574-4DB5-BECB-A8D7E522C5DE}" srcOrd="7" destOrd="0" presId="urn:microsoft.com/office/officeart/2005/8/layout/list1"/>
    <dgm:cxn modelId="{98015A3B-19B7-4D8D-80E4-8BBA4FFF390F}" type="presParOf" srcId="{2ACD14A0-11AF-4FF5-905D-FD61A497D5B8}" destId="{E989D201-CBA9-4392-8EC1-798F070DC4E1}" srcOrd="8" destOrd="0" presId="urn:microsoft.com/office/officeart/2005/8/layout/list1"/>
    <dgm:cxn modelId="{414DF617-9F41-46BB-9A95-596EDAD18D37}" type="presParOf" srcId="{E989D201-CBA9-4392-8EC1-798F070DC4E1}" destId="{63F2AA1E-235E-48A7-8F66-FAC9A958CFE3}" srcOrd="0" destOrd="0" presId="urn:microsoft.com/office/officeart/2005/8/layout/list1"/>
    <dgm:cxn modelId="{714D7F82-5E53-47E9-B41D-4CA961F9B0F2}" type="presParOf" srcId="{E989D201-CBA9-4392-8EC1-798F070DC4E1}" destId="{237E6C4C-0C3B-41CC-BD94-5247782DA417}" srcOrd="1" destOrd="0" presId="urn:microsoft.com/office/officeart/2005/8/layout/list1"/>
    <dgm:cxn modelId="{E55B9F49-ED34-401F-B143-C66DC482918B}" type="presParOf" srcId="{2ACD14A0-11AF-4FF5-905D-FD61A497D5B8}" destId="{A5F4E70D-4EC6-4ADC-80D1-F0E987B1750B}" srcOrd="9" destOrd="0" presId="urn:microsoft.com/office/officeart/2005/8/layout/list1"/>
    <dgm:cxn modelId="{FCC30BD8-E524-4BF8-8B82-98E5C0F9070E}" type="presParOf" srcId="{2ACD14A0-11AF-4FF5-905D-FD61A497D5B8}" destId="{F2F2DA34-51F9-45E2-B575-FB3537D0EE32}" srcOrd="10" destOrd="0" presId="urn:microsoft.com/office/officeart/2005/8/layout/list1"/>
    <dgm:cxn modelId="{F9D40082-FDD8-4577-AB9A-7098C309547D}" type="presParOf" srcId="{2ACD14A0-11AF-4FF5-905D-FD61A497D5B8}" destId="{E6369A30-80B8-4AA3-8846-FF9E9F2CCDCC}" srcOrd="11" destOrd="0" presId="urn:microsoft.com/office/officeart/2005/8/layout/list1"/>
    <dgm:cxn modelId="{2A3C137E-2A6D-4EE5-8E44-2E00167A6F46}" type="presParOf" srcId="{2ACD14A0-11AF-4FF5-905D-FD61A497D5B8}" destId="{FEAB4622-17F7-4975-AF36-3CAFE23B97C7}" srcOrd="12" destOrd="0" presId="urn:microsoft.com/office/officeart/2005/8/layout/list1"/>
    <dgm:cxn modelId="{00877ABE-13D1-4ED5-B080-7C04024910F6}" type="presParOf" srcId="{FEAB4622-17F7-4975-AF36-3CAFE23B97C7}" destId="{BA602F14-DC4C-4888-9C3C-7015637E717F}" srcOrd="0" destOrd="0" presId="urn:microsoft.com/office/officeart/2005/8/layout/list1"/>
    <dgm:cxn modelId="{13A61F95-41C6-4FE8-82DB-E2533D39D66A}" type="presParOf" srcId="{FEAB4622-17F7-4975-AF36-3CAFE23B97C7}" destId="{CE8DCC90-6B62-4800-BC1F-E313F2EA2B17}" srcOrd="1" destOrd="0" presId="urn:microsoft.com/office/officeart/2005/8/layout/list1"/>
    <dgm:cxn modelId="{27F3B8BB-7463-4899-B410-0382D684F1D7}" type="presParOf" srcId="{2ACD14A0-11AF-4FF5-905D-FD61A497D5B8}" destId="{21F62582-3BA2-4159-B8CA-76FB882EF908}" srcOrd="13" destOrd="0" presId="urn:microsoft.com/office/officeart/2005/8/layout/list1"/>
    <dgm:cxn modelId="{54A1DAE4-EAAF-4FBB-A5CA-83385D8A0896}" type="presParOf" srcId="{2ACD14A0-11AF-4FF5-905D-FD61A497D5B8}" destId="{3BD56D52-C4B4-42E3-B25D-00D73A77EE27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D5ECB41-FF7B-49E4-93B3-9D769B269058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BB70993-2DE0-41E7-81D2-B07C1F3BFAB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Social media has a strong negative impact on earnings.</a:t>
          </a:r>
        </a:p>
      </dgm:t>
    </dgm:pt>
    <dgm:pt modelId="{E12BD4CF-010D-420F-941E-750D4E38D073}" type="parTrans" cxnId="{D86FB69F-D8DF-417B-989C-FABA6F52E56C}">
      <dgm:prSet/>
      <dgm:spPr/>
      <dgm:t>
        <a:bodyPr/>
        <a:lstStyle/>
        <a:p>
          <a:endParaRPr lang="en-US"/>
        </a:p>
      </dgm:t>
    </dgm:pt>
    <dgm:pt modelId="{E1C5B40F-75D1-4D4C-8155-5A6AB0C84065}" type="sibTrans" cxnId="{D86FB69F-D8DF-417B-989C-FABA6F52E56C}">
      <dgm:prSet/>
      <dgm:spPr/>
      <dgm:t>
        <a:bodyPr/>
        <a:lstStyle/>
        <a:p>
          <a:endParaRPr lang="en-US"/>
        </a:p>
      </dgm:t>
    </dgm:pt>
    <dgm:pt modelId="{01CEB034-5A49-405F-B45C-69775799333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Focus should be on quality over quantity of usages.</a:t>
          </a:r>
        </a:p>
      </dgm:t>
    </dgm:pt>
    <dgm:pt modelId="{08DB4F0E-6383-4E60-9BCD-84A9869EAEAE}" type="parTrans" cxnId="{6A796A1B-25FE-49D7-BF50-8230A99A6629}">
      <dgm:prSet/>
      <dgm:spPr/>
      <dgm:t>
        <a:bodyPr/>
        <a:lstStyle/>
        <a:p>
          <a:endParaRPr lang="en-US"/>
        </a:p>
      </dgm:t>
    </dgm:pt>
    <dgm:pt modelId="{4582798A-F24C-4F92-A8E7-75EFEB0488F3}" type="sibTrans" cxnId="{6A796A1B-25FE-49D7-BF50-8230A99A6629}">
      <dgm:prSet/>
      <dgm:spPr/>
      <dgm:t>
        <a:bodyPr/>
        <a:lstStyle/>
        <a:p>
          <a:endParaRPr lang="en-US"/>
        </a:p>
      </dgm:t>
    </dgm:pt>
    <dgm:pt modelId="{9DB6C788-E386-42A6-BD2F-15D7E5D848AE}" type="pres">
      <dgm:prSet presAssocID="{9D5ECB41-FF7B-49E4-93B3-9D769B269058}" presName="outerComposite" presStyleCnt="0">
        <dgm:presLayoutVars>
          <dgm:chMax val="5"/>
          <dgm:dir/>
          <dgm:resizeHandles val="exact"/>
        </dgm:presLayoutVars>
      </dgm:prSet>
      <dgm:spPr/>
    </dgm:pt>
    <dgm:pt modelId="{BBE00F36-D5C3-4991-8FDC-FFCA34D9AC58}" type="pres">
      <dgm:prSet presAssocID="{9D5ECB41-FF7B-49E4-93B3-9D769B269058}" presName="dummyMaxCanvas" presStyleCnt="0">
        <dgm:presLayoutVars/>
      </dgm:prSet>
      <dgm:spPr/>
    </dgm:pt>
    <dgm:pt modelId="{9EF557F8-B936-453B-A4A2-370563E751B1}" type="pres">
      <dgm:prSet presAssocID="{9D5ECB41-FF7B-49E4-93B3-9D769B269058}" presName="TwoNodes_1" presStyleLbl="node1" presStyleIdx="0" presStyleCnt="2">
        <dgm:presLayoutVars>
          <dgm:bulletEnabled val="1"/>
        </dgm:presLayoutVars>
      </dgm:prSet>
      <dgm:spPr/>
    </dgm:pt>
    <dgm:pt modelId="{6656FCFF-2AE7-494B-9A6E-2D7906359716}" type="pres">
      <dgm:prSet presAssocID="{9D5ECB41-FF7B-49E4-93B3-9D769B269058}" presName="TwoNodes_2" presStyleLbl="node1" presStyleIdx="1" presStyleCnt="2">
        <dgm:presLayoutVars>
          <dgm:bulletEnabled val="1"/>
        </dgm:presLayoutVars>
      </dgm:prSet>
      <dgm:spPr/>
    </dgm:pt>
    <dgm:pt modelId="{2445F2FC-3C72-4F79-B1D4-5E50D70A2F45}" type="pres">
      <dgm:prSet presAssocID="{9D5ECB41-FF7B-49E4-93B3-9D769B269058}" presName="TwoConn_1-2" presStyleLbl="fgAccFollowNode1" presStyleIdx="0" presStyleCnt="1">
        <dgm:presLayoutVars>
          <dgm:bulletEnabled val="1"/>
        </dgm:presLayoutVars>
      </dgm:prSet>
      <dgm:spPr/>
    </dgm:pt>
    <dgm:pt modelId="{D9E7515F-00E8-40E3-9902-BCB830EE34B9}" type="pres">
      <dgm:prSet presAssocID="{9D5ECB41-FF7B-49E4-93B3-9D769B269058}" presName="TwoNodes_1_text" presStyleLbl="node1" presStyleIdx="1" presStyleCnt="2">
        <dgm:presLayoutVars>
          <dgm:bulletEnabled val="1"/>
        </dgm:presLayoutVars>
      </dgm:prSet>
      <dgm:spPr/>
    </dgm:pt>
    <dgm:pt modelId="{322CB74F-9A1D-4B72-81E4-D688B46F95FF}" type="pres">
      <dgm:prSet presAssocID="{9D5ECB41-FF7B-49E4-93B3-9D769B269058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6A796A1B-25FE-49D7-BF50-8230A99A6629}" srcId="{9D5ECB41-FF7B-49E4-93B3-9D769B269058}" destId="{01CEB034-5A49-405F-B45C-697757993338}" srcOrd="1" destOrd="0" parTransId="{08DB4F0E-6383-4E60-9BCD-84A9869EAEAE}" sibTransId="{4582798A-F24C-4F92-A8E7-75EFEB0488F3}"/>
    <dgm:cxn modelId="{2C2D3346-458B-4224-8617-B943A76A6463}" type="presOf" srcId="{9D5ECB41-FF7B-49E4-93B3-9D769B269058}" destId="{9DB6C788-E386-42A6-BD2F-15D7E5D848AE}" srcOrd="0" destOrd="0" presId="urn:microsoft.com/office/officeart/2005/8/layout/vProcess5"/>
    <dgm:cxn modelId="{958A2877-C961-45DB-9540-93ED47530494}" type="presOf" srcId="{01CEB034-5A49-405F-B45C-697757993338}" destId="{6656FCFF-2AE7-494B-9A6E-2D7906359716}" srcOrd="0" destOrd="0" presId="urn:microsoft.com/office/officeart/2005/8/layout/vProcess5"/>
    <dgm:cxn modelId="{D86FB69F-D8DF-417B-989C-FABA6F52E56C}" srcId="{9D5ECB41-FF7B-49E4-93B3-9D769B269058}" destId="{0BB70993-2DE0-41E7-81D2-B07C1F3BFABD}" srcOrd="0" destOrd="0" parTransId="{E12BD4CF-010D-420F-941E-750D4E38D073}" sibTransId="{E1C5B40F-75D1-4D4C-8155-5A6AB0C84065}"/>
    <dgm:cxn modelId="{68CC9DB0-2CB4-42E9-8A3D-C8BACA55BA76}" type="presOf" srcId="{0BB70993-2DE0-41E7-81D2-B07C1F3BFABD}" destId="{D9E7515F-00E8-40E3-9902-BCB830EE34B9}" srcOrd="1" destOrd="0" presId="urn:microsoft.com/office/officeart/2005/8/layout/vProcess5"/>
    <dgm:cxn modelId="{6116AAE3-F60E-4F88-B0BC-171ECC0484F8}" type="presOf" srcId="{E1C5B40F-75D1-4D4C-8155-5A6AB0C84065}" destId="{2445F2FC-3C72-4F79-B1D4-5E50D70A2F45}" srcOrd="0" destOrd="0" presId="urn:microsoft.com/office/officeart/2005/8/layout/vProcess5"/>
    <dgm:cxn modelId="{663E85ED-3034-4A45-8A3B-6F6439EDA36C}" type="presOf" srcId="{01CEB034-5A49-405F-B45C-697757993338}" destId="{322CB74F-9A1D-4B72-81E4-D688B46F95FF}" srcOrd="1" destOrd="0" presId="urn:microsoft.com/office/officeart/2005/8/layout/vProcess5"/>
    <dgm:cxn modelId="{29E7D1FB-8EB2-4168-829F-8B25728E2B3F}" type="presOf" srcId="{0BB70993-2DE0-41E7-81D2-B07C1F3BFABD}" destId="{9EF557F8-B936-453B-A4A2-370563E751B1}" srcOrd="0" destOrd="0" presId="urn:microsoft.com/office/officeart/2005/8/layout/vProcess5"/>
    <dgm:cxn modelId="{36693E4C-8342-4B00-B107-4D9EF422A6A3}" type="presParOf" srcId="{9DB6C788-E386-42A6-BD2F-15D7E5D848AE}" destId="{BBE00F36-D5C3-4991-8FDC-FFCA34D9AC58}" srcOrd="0" destOrd="0" presId="urn:microsoft.com/office/officeart/2005/8/layout/vProcess5"/>
    <dgm:cxn modelId="{458CD60E-F3F0-4185-A18D-9F71F8B37F52}" type="presParOf" srcId="{9DB6C788-E386-42A6-BD2F-15D7E5D848AE}" destId="{9EF557F8-B936-453B-A4A2-370563E751B1}" srcOrd="1" destOrd="0" presId="urn:microsoft.com/office/officeart/2005/8/layout/vProcess5"/>
    <dgm:cxn modelId="{F72631D5-7EEB-4D91-A632-07E91D31083F}" type="presParOf" srcId="{9DB6C788-E386-42A6-BD2F-15D7E5D848AE}" destId="{6656FCFF-2AE7-494B-9A6E-2D7906359716}" srcOrd="2" destOrd="0" presId="urn:microsoft.com/office/officeart/2005/8/layout/vProcess5"/>
    <dgm:cxn modelId="{BF3AD0A2-FE46-4122-AEA8-C2C14A13A5DA}" type="presParOf" srcId="{9DB6C788-E386-42A6-BD2F-15D7E5D848AE}" destId="{2445F2FC-3C72-4F79-B1D4-5E50D70A2F45}" srcOrd="3" destOrd="0" presId="urn:microsoft.com/office/officeart/2005/8/layout/vProcess5"/>
    <dgm:cxn modelId="{DA6DC207-0816-4F86-BE3A-4E678D27F141}" type="presParOf" srcId="{9DB6C788-E386-42A6-BD2F-15D7E5D848AE}" destId="{D9E7515F-00E8-40E3-9902-BCB830EE34B9}" srcOrd="4" destOrd="0" presId="urn:microsoft.com/office/officeart/2005/8/layout/vProcess5"/>
    <dgm:cxn modelId="{10ED9A97-CC03-46C3-84FB-FE63944855FA}" type="presParOf" srcId="{9DB6C788-E386-42A6-BD2F-15D7E5D848AE}" destId="{322CB74F-9A1D-4B72-81E4-D688B46F95FF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7E316C-5C6D-4ABF-B8E8-325D4F3FCE6C}">
      <dsp:nvSpPr>
        <dsp:cNvPr id="0" name=""/>
        <dsp:cNvSpPr/>
      </dsp:nvSpPr>
      <dsp:spPr>
        <a:xfrm>
          <a:off x="0" y="0"/>
          <a:ext cx="5762624" cy="81910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Date</a:t>
          </a:r>
        </a:p>
      </dsp:txBody>
      <dsp:txXfrm>
        <a:off x="23991" y="23991"/>
        <a:ext cx="4809526" cy="771127"/>
      </dsp:txXfrm>
    </dsp:sp>
    <dsp:sp modelId="{A0E034F0-E3A3-4C30-A9CC-6958F31A7E39}">
      <dsp:nvSpPr>
        <dsp:cNvPr id="0" name=""/>
        <dsp:cNvSpPr/>
      </dsp:nvSpPr>
      <dsp:spPr>
        <a:xfrm>
          <a:off x="482619" y="968039"/>
          <a:ext cx="5762624" cy="81910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Day Type (Weekday/Weekend)</a:t>
          </a:r>
        </a:p>
      </dsp:txBody>
      <dsp:txXfrm>
        <a:off x="506610" y="992030"/>
        <a:ext cx="4699601" cy="771127"/>
      </dsp:txXfrm>
    </dsp:sp>
    <dsp:sp modelId="{D7678A82-6A1D-49D2-A7C2-AF43237D59E0}">
      <dsp:nvSpPr>
        <dsp:cNvPr id="0" name=""/>
        <dsp:cNvSpPr/>
      </dsp:nvSpPr>
      <dsp:spPr>
        <a:xfrm>
          <a:off x="958036" y="1936078"/>
          <a:ext cx="5762624" cy="81910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Minutes (Social Media Time)</a:t>
          </a:r>
        </a:p>
      </dsp:txBody>
      <dsp:txXfrm>
        <a:off x="982027" y="1960069"/>
        <a:ext cx="4706804" cy="771127"/>
      </dsp:txXfrm>
    </dsp:sp>
    <dsp:sp modelId="{FDA0EA7B-B4BA-4F06-A03D-14DBCD32CFEA}">
      <dsp:nvSpPr>
        <dsp:cNvPr id="0" name=""/>
        <dsp:cNvSpPr/>
      </dsp:nvSpPr>
      <dsp:spPr>
        <a:xfrm>
          <a:off x="1440656" y="2904117"/>
          <a:ext cx="5762624" cy="81910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Earning ($ per day)</a:t>
          </a:r>
        </a:p>
      </dsp:txBody>
      <dsp:txXfrm>
        <a:off x="1464647" y="2928108"/>
        <a:ext cx="4699601" cy="771127"/>
      </dsp:txXfrm>
    </dsp:sp>
    <dsp:sp modelId="{13F7C98F-EBBC-44CE-B457-4FAD6C853406}">
      <dsp:nvSpPr>
        <dsp:cNvPr id="0" name=""/>
        <dsp:cNvSpPr/>
      </dsp:nvSpPr>
      <dsp:spPr>
        <a:xfrm>
          <a:off x="5230203" y="627363"/>
          <a:ext cx="532421" cy="53242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5349998" y="627363"/>
        <a:ext cx="292831" cy="400647"/>
      </dsp:txXfrm>
    </dsp:sp>
    <dsp:sp modelId="{B9508DB5-8989-4958-B5A8-26C18152548F}">
      <dsp:nvSpPr>
        <dsp:cNvPr id="0" name=""/>
        <dsp:cNvSpPr/>
      </dsp:nvSpPr>
      <dsp:spPr>
        <a:xfrm>
          <a:off x="5712823" y="1595402"/>
          <a:ext cx="532421" cy="53242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5832618" y="1595402"/>
        <a:ext cx="292831" cy="400647"/>
      </dsp:txXfrm>
    </dsp:sp>
    <dsp:sp modelId="{62B83958-644E-4440-8A7B-1093A8DC1F39}">
      <dsp:nvSpPr>
        <dsp:cNvPr id="0" name=""/>
        <dsp:cNvSpPr/>
      </dsp:nvSpPr>
      <dsp:spPr>
        <a:xfrm>
          <a:off x="6188239" y="2563441"/>
          <a:ext cx="532421" cy="53242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6308034" y="2563441"/>
        <a:ext cx="292831" cy="4006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E65D66-23FC-430D-A2E7-6013659ECC2A}">
      <dsp:nvSpPr>
        <dsp:cNvPr id="0" name=""/>
        <dsp:cNvSpPr/>
      </dsp:nvSpPr>
      <dsp:spPr>
        <a:xfrm>
          <a:off x="559310" y="195677"/>
          <a:ext cx="625693" cy="62569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CE634A-F2C9-456D-B2BA-99F6E03653BD}">
      <dsp:nvSpPr>
        <dsp:cNvPr id="0" name=""/>
        <dsp:cNvSpPr/>
      </dsp:nvSpPr>
      <dsp:spPr>
        <a:xfrm>
          <a:off x="176942" y="1032917"/>
          <a:ext cx="1390429" cy="55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t-test (weekday vs weekend)</a:t>
          </a:r>
        </a:p>
      </dsp:txBody>
      <dsp:txXfrm>
        <a:off x="176942" y="1032917"/>
        <a:ext cx="1390429" cy="556171"/>
      </dsp:txXfrm>
    </dsp:sp>
    <dsp:sp modelId="{0CFD4BF3-14E9-4B69-9A1E-D2BAF2B0BCF1}">
      <dsp:nvSpPr>
        <dsp:cNvPr id="0" name=""/>
        <dsp:cNvSpPr/>
      </dsp:nvSpPr>
      <dsp:spPr>
        <a:xfrm>
          <a:off x="2193065" y="195677"/>
          <a:ext cx="625693" cy="62569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A48D32-9394-4E12-BB07-0E705F67FD32}">
      <dsp:nvSpPr>
        <dsp:cNvPr id="0" name=""/>
        <dsp:cNvSpPr/>
      </dsp:nvSpPr>
      <dsp:spPr>
        <a:xfrm>
          <a:off x="1810697" y="1032917"/>
          <a:ext cx="1390429" cy="55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Pearson correlation</a:t>
          </a:r>
        </a:p>
      </dsp:txBody>
      <dsp:txXfrm>
        <a:off x="1810697" y="1032917"/>
        <a:ext cx="1390429" cy="556171"/>
      </dsp:txXfrm>
    </dsp:sp>
    <dsp:sp modelId="{C11B2808-65B9-496A-88DF-076D7B6C4DCE}">
      <dsp:nvSpPr>
        <dsp:cNvPr id="0" name=""/>
        <dsp:cNvSpPr/>
      </dsp:nvSpPr>
      <dsp:spPr>
        <a:xfrm>
          <a:off x="3826820" y="195677"/>
          <a:ext cx="625693" cy="62569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501F52-410C-4591-B98E-7832EFB2CD1F}">
      <dsp:nvSpPr>
        <dsp:cNvPr id="0" name=""/>
        <dsp:cNvSpPr/>
      </dsp:nvSpPr>
      <dsp:spPr>
        <a:xfrm>
          <a:off x="3444452" y="1032917"/>
          <a:ext cx="1390429" cy="55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Linear regression</a:t>
          </a:r>
        </a:p>
      </dsp:txBody>
      <dsp:txXfrm>
        <a:off x="3444452" y="1032917"/>
        <a:ext cx="1390429" cy="556171"/>
      </dsp:txXfrm>
    </dsp:sp>
    <dsp:sp modelId="{DB4D7F6A-93D7-4E48-B547-D465D0C5964C}">
      <dsp:nvSpPr>
        <dsp:cNvPr id="0" name=""/>
        <dsp:cNvSpPr/>
      </dsp:nvSpPr>
      <dsp:spPr>
        <a:xfrm>
          <a:off x="2193065" y="1936697"/>
          <a:ext cx="625693" cy="62569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1FB93B-863A-4552-A004-3F539ABCE78B}">
      <dsp:nvSpPr>
        <dsp:cNvPr id="0" name=""/>
        <dsp:cNvSpPr/>
      </dsp:nvSpPr>
      <dsp:spPr>
        <a:xfrm>
          <a:off x="1810697" y="2773937"/>
          <a:ext cx="1390429" cy="55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Descriptive statistics &amp; graphs</a:t>
          </a:r>
        </a:p>
      </dsp:txBody>
      <dsp:txXfrm>
        <a:off x="1810697" y="2773937"/>
        <a:ext cx="1390429" cy="55617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A336C8-9284-4E7D-90E5-ED7EC1D0FB7D}">
      <dsp:nvSpPr>
        <dsp:cNvPr id="0" name=""/>
        <dsp:cNvSpPr/>
      </dsp:nvSpPr>
      <dsp:spPr>
        <a:xfrm>
          <a:off x="0" y="0"/>
          <a:ext cx="2503327" cy="75913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Weekday mean = 145.10 min</a:t>
          </a:r>
        </a:p>
      </dsp:txBody>
      <dsp:txXfrm>
        <a:off x="22234" y="22234"/>
        <a:ext cx="1620015" cy="714666"/>
      </dsp:txXfrm>
    </dsp:sp>
    <dsp:sp modelId="{B459AC92-6D16-40CA-A39C-99820CD2B2BA}">
      <dsp:nvSpPr>
        <dsp:cNvPr id="0" name=""/>
        <dsp:cNvSpPr/>
      </dsp:nvSpPr>
      <dsp:spPr>
        <a:xfrm>
          <a:off x="209653" y="897159"/>
          <a:ext cx="2503327" cy="75913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Weekend mean = 165.56 min</a:t>
          </a:r>
        </a:p>
      </dsp:txBody>
      <dsp:txXfrm>
        <a:off x="231887" y="919393"/>
        <a:ext cx="1755767" cy="714666"/>
      </dsp:txXfrm>
    </dsp:sp>
    <dsp:sp modelId="{DFCF3EC4-1484-4DB2-8BAE-AF6B84ACC8F9}">
      <dsp:nvSpPr>
        <dsp:cNvPr id="0" name=""/>
        <dsp:cNvSpPr/>
      </dsp:nvSpPr>
      <dsp:spPr>
        <a:xfrm>
          <a:off x="416178" y="1794318"/>
          <a:ext cx="2503327" cy="75913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 = -0.7847, p = 0.4462</a:t>
          </a:r>
        </a:p>
      </dsp:txBody>
      <dsp:txXfrm>
        <a:off x="438412" y="1816552"/>
        <a:ext cx="1758897" cy="714666"/>
      </dsp:txXfrm>
    </dsp:sp>
    <dsp:sp modelId="{187177E3-1F3F-409A-92CA-76F46456110B}">
      <dsp:nvSpPr>
        <dsp:cNvPr id="0" name=""/>
        <dsp:cNvSpPr/>
      </dsp:nvSpPr>
      <dsp:spPr>
        <a:xfrm>
          <a:off x="625831" y="2691478"/>
          <a:ext cx="2503327" cy="75913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Result: Fail to reject H0</a:t>
          </a:r>
        </a:p>
      </dsp:txBody>
      <dsp:txXfrm>
        <a:off x="648065" y="2713712"/>
        <a:ext cx="1755767" cy="714666"/>
      </dsp:txXfrm>
    </dsp:sp>
    <dsp:sp modelId="{405AC9C2-77D5-49A1-A1EF-4B307A2BBBC5}">
      <dsp:nvSpPr>
        <dsp:cNvPr id="0" name=""/>
        <dsp:cNvSpPr/>
      </dsp:nvSpPr>
      <dsp:spPr>
        <a:xfrm>
          <a:off x="2009889" y="581428"/>
          <a:ext cx="493437" cy="49343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2120912" y="581428"/>
        <a:ext cx="271391" cy="371311"/>
      </dsp:txXfrm>
    </dsp:sp>
    <dsp:sp modelId="{AE9E54C1-88B1-477D-AD6F-64C1455E52D0}">
      <dsp:nvSpPr>
        <dsp:cNvPr id="0" name=""/>
        <dsp:cNvSpPr/>
      </dsp:nvSpPr>
      <dsp:spPr>
        <a:xfrm>
          <a:off x="2219543" y="1478587"/>
          <a:ext cx="493437" cy="493437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2330566" y="1478587"/>
        <a:ext cx="271391" cy="371311"/>
      </dsp:txXfrm>
    </dsp:sp>
    <dsp:sp modelId="{966D8C6D-49D1-4B80-9CCE-B319FCD9EA0F}">
      <dsp:nvSpPr>
        <dsp:cNvPr id="0" name=""/>
        <dsp:cNvSpPr/>
      </dsp:nvSpPr>
      <dsp:spPr>
        <a:xfrm>
          <a:off x="2426067" y="2375747"/>
          <a:ext cx="493437" cy="493437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2537090" y="2375747"/>
        <a:ext cx="271391" cy="37131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2E2D3C-3755-404D-AB49-01ECFA801E48}">
      <dsp:nvSpPr>
        <dsp:cNvPr id="0" name=""/>
        <dsp:cNvSpPr/>
      </dsp:nvSpPr>
      <dsp:spPr>
        <a:xfrm>
          <a:off x="0" y="27836"/>
          <a:ext cx="3243834" cy="95062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r = -0.9055</a:t>
          </a:r>
        </a:p>
      </dsp:txBody>
      <dsp:txXfrm>
        <a:off x="46406" y="74242"/>
        <a:ext cx="3151022" cy="857813"/>
      </dsp:txXfrm>
    </dsp:sp>
    <dsp:sp modelId="{142FFA44-06AF-43F0-B6D8-D8EE6D367053}">
      <dsp:nvSpPr>
        <dsp:cNvPr id="0" name=""/>
        <dsp:cNvSpPr/>
      </dsp:nvSpPr>
      <dsp:spPr>
        <a:xfrm>
          <a:off x="0" y="1050461"/>
          <a:ext cx="3243834" cy="950625"/>
        </a:xfrm>
        <a:prstGeom prst="roundRect">
          <a:avLst/>
        </a:prstGeom>
        <a:solidFill>
          <a:schemeClr val="accent2">
            <a:hueOff val="-1130992"/>
            <a:satOff val="3728"/>
            <a:lumOff val="398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 = 1.486e-11</a:t>
          </a:r>
        </a:p>
      </dsp:txBody>
      <dsp:txXfrm>
        <a:off x="46406" y="1096867"/>
        <a:ext cx="3151022" cy="857813"/>
      </dsp:txXfrm>
    </dsp:sp>
    <dsp:sp modelId="{9EE9C7AB-A5E9-4AB6-B358-910810F79C03}">
      <dsp:nvSpPr>
        <dsp:cNvPr id="0" name=""/>
        <dsp:cNvSpPr/>
      </dsp:nvSpPr>
      <dsp:spPr>
        <a:xfrm>
          <a:off x="0" y="2073086"/>
          <a:ext cx="3243834" cy="950625"/>
        </a:xfrm>
        <a:prstGeom prst="roundRect">
          <a:avLst/>
        </a:prstGeom>
        <a:solidFill>
          <a:schemeClr val="accent2">
            <a:hueOff val="-2261984"/>
            <a:satOff val="7457"/>
            <a:lumOff val="797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Strong negative relationship</a:t>
          </a:r>
        </a:p>
      </dsp:txBody>
      <dsp:txXfrm>
        <a:off x="46406" y="2119492"/>
        <a:ext cx="3151022" cy="857813"/>
      </dsp:txXfrm>
    </dsp:sp>
    <dsp:sp modelId="{34F60DD7-E676-4FFB-96A4-8A1DC3DB92A3}">
      <dsp:nvSpPr>
        <dsp:cNvPr id="0" name=""/>
        <dsp:cNvSpPr/>
      </dsp:nvSpPr>
      <dsp:spPr>
        <a:xfrm>
          <a:off x="0" y="3095710"/>
          <a:ext cx="3243834" cy="950625"/>
        </a:xfrm>
        <a:prstGeom prst="roundRect">
          <a:avLst/>
        </a:prstGeom>
        <a:solidFill>
          <a:schemeClr val="accent2">
            <a:hueOff val="-3392975"/>
            <a:satOff val="11185"/>
            <a:lumOff val="1196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More usage → lower earnings</a:t>
          </a:r>
        </a:p>
      </dsp:txBody>
      <dsp:txXfrm>
        <a:off x="46406" y="3142116"/>
        <a:ext cx="3151022" cy="85781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B12992-1129-4FC1-9290-0CD3CFCC8495}">
      <dsp:nvSpPr>
        <dsp:cNvPr id="0" name=""/>
        <dsp:cNvSpPr/>
      </dsp:nvSpPr>
      <dsp:spPr>
        <a:xfrm>
          <a:off x="0" y="906900"/>
          <a:ext cx="395224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C2C5BD-9D3E-478C-A8A3-9C79FAB6DBA7}">
      <dsp:nvSpPr>
        <dsp:cNvPr id="0" name=""/>
        <dsp:cNvSpPr/>
      </dsp:nvSpPr>
      <dsp:spPr>
        <a:xfrm>
          <a:off x="197612" y="729780"/>
          <a:ext cx="2766568" cy="3542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4570" tIns="0" rIns="10457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Earning = 4.9909 - 0.01598(SM_Minutes)</a:t>
          </a:r>
        </a:p>
      </dsp:txBody>
      <dsp:txXfrm>
        <a:off x="214905" y="747073"/>
        <a:ext cx="2731982" cy="319654"/>
      </dsp:txXfrm>
    </dsp:sp>
    <dsp:sp modelId="{5DEDE1A3-D794-4927-BEC2-9324943EE17C}">
      <dsp:nvSpPr>
        <dsp:cNvPr id="0" name=""/>
        <dsp:cNvSpPr/>
      </dsp:nvSpPr>
      <dsp:spPr>
        <a:xfrm>
          <a:off x="0" y="1451220"/>
          <a:ext cx="395224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561544"/>
              <a:satOff val="-2648"/>
              <a:lumOff val="65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7DA03D-FCC8-437D-8D13-8C322F56706C}">
      <dsp:nvSpPr>
        <dsp:cNvPr id="0" name=""/>
        <dsp:cNvSpPr/>
      </dsp:nvSpPr>
      <dsp:spPr>
        <a:xfrm>
          <a:off x="197612" y="1274100"/>
          <a:ext cx="2766568" cy="354240"/>
        </a:xfrm>
        <a:prstGeom prst="roundRect">
          <a:avLst/>
        </a:prstGeom>
        <a:gradFill rotWithShape="0">
          <a:gsLst>
            <a:gs pos="0">
              <a:schemeClr val="accent5">
                <a:hueOff val="-561544"/>
                <a:satOff val="-2648"/>
                <a:lumOff val="653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561544"/>
                <a:satOff val="-2648"/>
                <a:lumOff val="653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561544"/>
                <a:satOff val="-2648"/>
                <a:lumOff val="653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4570" tIns="0" rIns="10457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 = 1.49e-11</a:t>
          </a:r>
        </a:p>
      </dsp:txBody>
      <dsp:txXfrm>
        <a:off x="214905" y="1291393"/>
        <a:ext cx="2731982" cy="319654"/>
      </dsp:txXfrm>
    </dsp:sp>
    <dsp:sp modelId="{F2F2DA34-51F9-45E2-B575-FB3537D0EE32}">
      <dsp:nvSpPr>
        <dsp:cNvPr id="0" name=""/>
        <dsp:cNvSpPr/>
      </dsp:nvSpPr>
      <dsp:spPr>
        <a:xfrm>
          <a:off x="0" y="1995540"/>
          <a:ext cx="395224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1123087"/>
              <a:satOff val="-5296"/>
              <a:lumOff val="130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7E6C4C-0C3B-41CC-BD94-5247782DA417}">
      <dsp:nvSpPr>
        <dsp:cNvPr id="0" name=""/>
        <dsp:cNvSpPr/>
      </dsp:nvSpPr>
      <dsp:spPr>
        <a:xfrm>
          <a:off x="197612" y="1818420"/>
          <a:ext cx="2766568" cy="354240"/>
        </a:xfrm>
        <a:prstGeom prst="roundRect">
          <a:avLst/>
        </a:prstGeom>
        <a:gradFill rotWithShape="0">
          <a:gsLst>
            <a:gs pos="0">
              <a:schemeClr val="accent5">
                <a:hueOff val="-1123087"/>
                <a:satOff val="-5296"/>
                <a:lumOff val="1307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1123087"/>
                <a:satOff val="-5296"/>
                <a:lumOff val="1307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1123087"/>
                <a:satOff val="-5296"/>
                <a:lumOff val="1307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4570" tIns="0" rIns="10457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R² = 0.8199</a:t>
          </a:r>
        </a:p>
      </dsp:txBody>
      <dsp:txXfrm>
        <a:off x="214905" y="1835713"/>
        <a:ext cx="2731982" cy="319654"/>
      </dsp:txXfrm>
    </dsp:sp>
    <dsp:sp modelId="{3BD56D52-C4B4-42E3-B25D-00D73A77EE27}">
      <dsp:nvSpPr>
        <dsp:cNvPr id="0" name=""/>
        <dsp:cNvSpPr/>
      </dsp:nvSpPr>
      <dsp:spPr>
        <a:xfrm>
          <a:off x="0" y="2539860"/>
          <a:ext cx="395224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1684631"/>
              <a:satOff val="-7944"/>
              <a:lumOff val="196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8DCC90-6B62-4800-BC1F-E313F2EA2B17}">
      <dsp:nvSpPr>
        <dsp:cNvPr id="0" name=""/>
        <dsp:cNvSpPr/>
      </dsp:nvSpPr>
      <dsp:spPr>
        <a:xfrm>
          <a:off x="197612" y="2362740"/>
          <a:ext cx="2766568" cy="354240"/>
        </a:xfrm>
        <a:prstGeom prst="roundRect">
          <a:avLst/>
        </a:prstGeom>
        <a:gradFill rotWithShape="0">
          <a:gsLst>
            <a:gs pos="0">
              <a:schemeClr val="accent5">
                <a:hueOff val="-1684631"/>
                <a:satOff val="-7944"/>
                <a:lumOff val="196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1684631"/>
                <a:satOff val="-7944"/>
                <a:lumOff val="196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1684631"/>
                <a:satOff val="-7944"/>
                <a:lumOff val="196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4570" tIns="0" rIns="10457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Strong predictive model</a:t>
          </a:r>
        </a:p>
      </dsp:txBody>
      <dsp:txXfrm>
        <a:off x="214905" y="2380033"/>
        <a:ext cx="2731982" cy="31965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F557F8-B936-453B-A4A2-370563E751B1}">
      <dsp:nvSpPr>
        <dsp:cNvPr id="0" name=""/>
        <dsp:cNvSpPr/>
      </dsp:nvSpPr>
      <dsp:spPr>
        <a:xfrm>
          <a:off x="0" y="0"/>
          <a:ext cx="6122788" cy="167545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Social media has a strong negative impact on earnings.</a:t>
          </a:r>
        </a:p>
      </dsp:txBody>
      <dsp:txXfrm>
        <a:off x="49072" y="49072"/>
        <a:ext cx="4391079" cy="1577308"/>
      </dsp:txXfrm>
    </dsp:sp>
    <dsp:sp modelId="{6656FCFF-2AE7-494B-9A6E-2D7906359716}">
      <dsp:nvSpPr>
        <dsp:cNvPr id="0" name=""/>
        <dsp:cNvSpPr/>
      </dsp:nvSpPr>
      <dsp:spPr>
        <a:xfrm>
          <a:off x="1080492" y="2047774"/>
          <a:ext cx="6122788" cy="1675452"/>
        </a:xfrm>
        <a:prstGeom prst="roundRect">
          <a:avLst>
            <a:gd name="adj" fmla="val 10000"/>
          </a:avLst>
        </a:prstGeom>
        <a:solidFill>
          <a:schemeClr val="accent2">
            <a:hueOff val="-3392975"/>
            <a:satOff val="11185"/>
            <a:lumOff val="1196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Focus should be on quality over quantity of usages.</a:t>
          </a:r>
        </a:p>
      </dsp:txBody>
      <dsp:txXfrm>
        <a:off x="1129564" y="2096846"/>
        <a:ext cx="3855108" cy="1577308"/>
      </dsp:txXfrm>
    </dsp:sp>
    <dsp:sp modelId="{2445F2FC-3C72-4F79-B1D4-5E50D70A2F45}">
      <dsp:nvSpPr>
        <dsp:cNvPr id="0" name=""/>
        <dsp:cNvSpPr/>
      </dsp:nvSpPr>
      <dsp:spPr>
        <a:xfrm>
          <a:off x="5033744" y="1317091"/>
          <a:ext cx="1089043" cy="108904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5278779" y="1317091"/>
        <a:ext cx="598973" cy="8195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AA6823-9938-4131-85ED-85B4B6F4440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1A448C-0899-463D-8FDA-540349E97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574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A448C-0899-463D-8FDA-540349E97C5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1047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A448C-0899-463D-8FDA-540349E97C5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910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7669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9745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5757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5223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430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982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51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2163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3548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67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8226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775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hyperlink" Target="https://blogs.ubc.ca/communicatingscience2019w112/page/2/" TargetMode="External"/><Relationship Id="rId7" Type="http://schemas.openxmlformats.org/officeDocument/2006/relationships/diagramColors" Target="../diagrams/colors2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9" Type="http://schemas.openxmlformats.org/officeDocument/2006/relationships/hyperlink" Target="https://creativecommons.org/licenses/by-nc-nd/3.0/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.jpg"/><Relationship Id="rId7" Type="http://schemas.openxmlformats.org/officeDocument/2006/relationships/diagramColors" Target="../diagrams/colors3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.jpg"/><Relationship Id="rId7" Type="http://schemas.openxmlformats.org/officeDocument/2006/relationships/diagramColors" Target="../diagrams/colors5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eflip.com/item/mcafee-antivirus-1-year-key-global-for-1-pc/531e9b48-b6af-40fb-8ac1-9096e9670df0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4" name="Rectangle 163">
            <a:extLst>
              <a:ext uri="{FF2B5EF4-FFF2-40B4-BE49-F238E27FC236}">
                <a16:creationId xmlns:a16="http://schemas.microsoft.com/office/drawing/2014/main" id="{D0712110-0BC1-4B31-B3BB-63B44222E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4466B5F3-C053-4580-B04A-1EF949888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9462" y="962902"/>
            <a:ext cx="3132288" cy="2380828"/>
          </a:xfrm>
        </p:spPr>
        <p:txBody>
          <a:bodyPr>
            <a:normAutofit/>
          </a:bodyPr>
          <a:lstStyle/>
          <a:p>
            <a:r>
              <a:rPr lang="en-US" sz="4200">
                <a:latin typeface="Aptos Black" panose="020B0004020202020204" pitchFamily="34" charset="0"/>
              </a:rPr>
              <a:t>Social Media vs Micro-Earnings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9462" y="3531204"/>
            <a:ext cx="3128610" cy="1610643"/>
          </a:xfrm>
        </p:spPr>
        <p:txBody>
          <a:bodyPr>
            <a:normAutofit/>
          </a:bodyPr>
          <a:lstStyle/>
          <a:p>
            <a:r>
              <a:rPr lang="en-US" sz="1400" b="1"/>
              <a:t>DATA211 - Final Project</a:t>
            </a:r>
          </a:p>
          <a:p>
            <a:r>
              <a:rPr lang="en-US" sz="1400" b="1"/>
              <a:t>Neetu Shrestha Pradhan</a:t>
            </a:r>
          </a:p>
        </p:txBody>
      </p: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FA6123F2-4B61-414F-A7E5-5B7828EA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9462" y="3528543"/>
            <a:ext cx="312861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5" name="Graphic 4" descr="Money">
            <a:extLst>
              <a:ext uri="{FF2B5EF4-FFF2-40B4-BE49-F238E27FC236}">
                <a16:creationId xmlns:a16="http://schemas.microsoft.com/office/drawing/2014/main" id="{96CB32B5-69EE-7EC2-5D35-4CACF52BAE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0808" y="1275798"/>
            <a:ext cx="3720331" cy="3720331"/>
          </a:xfrm>
          <a:prstGeom prst="rect">
            <a:avLst/>
          </a:prstGeom>
        </p:spPr>
      </p:pic>
      <p:pic>
        <p:nvPicPr>
          <p:cNvPr id="170" name="Picture 169">
            <a:extLst>
              <a:ext uri="{FF2B5EF4-FFF2-40B4-BE49-F238E27FC236}">
                <a16:creationId xmlns:a16="http://schemas.microsoft.com/office/drawing/2014/main" id="{25CED634-E2D0-4AB7-96DD-816C9B52C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FCDDCDFB-696D-4FDF-9B58-24F71B7C3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718EBAEE-A3A9-D62C-97D2-3BE15CCC4A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" y="74806"/>
            <a:ext cx="1182372" cy="11823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raphic 26" descr="Business Growth">
            <a:extLst>
              <a:ext uri="{FF2B5EF4-FFF2-40B4-BE49-F238E27FC236}">
                <a16:creationId xmlns:a16="http://schemas.microsoft.com/office/drawing/2014/main" id="{3B3DB7D6-E42B-762C-161F-3B255155C3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399" y="1853754"/>
            <a:ext cx="2776477" cy="361259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8538A8E-0E6D-E9B4-AD9B-AAEDA904F8B9}"/>
              </a:ext>
            </a:extLst>
          </p:cNvPr>
          <p:cNvSpPr txBox="1"/>
          <p:nvPr/>
        </p:nvSpPr>
        <p:spPr>
          <a:xfrm>
            <a:off x="2702560" y="2032000"/>
            <a:ext cx="6197600" cy="38506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 fontAlgn="base">
              <a:lnSpc>
                <a:spcPct val="110000"/>
              </a:lnSpc>
              <a:buClr>
                <a:schemeClr val="accent1"/>
              </a:buClr>
              <a:buSzPct val="100000"/>
            </a:pPr>
            <a:r>
              <a:rPr lang="en-US" b="1" i="0" u="none" strike="noStrike" dirty="0"/>
              <a:t>The Productivity Correlation: </a:t>
            </a:r>
            <a:r>
              <a:rPr lang="en-US" i="0" u="none" strike="noStrike" dirty="0"/>
              <a:t>To what extent does daily social media consumption (measured in minutes) negatively correlate with daily micro-earning productivity?</a:t>
            </a:r>
          </a:p>
          <a:p>
            <a:pPr defTabSz="914400" fontAlgn="base">
              <a:lnSpc>
                <a:spcPct val="110000"/>
              </a:lnSpc>
              <a:buClr>
                <a:schemeClr val="accent1"/>
              </a:buClr>
              <a:buSzPct val="100000"/>
            </a:pPr>
            <a:r>
              <a:rPr lang="en-US" b="1" i="0" u="none" strike="noStrike" dirty="0"/>
              <a:t>Temporal Variance: </a:t>
            </a:r>
            <a:r>
              <a:rPr lang="en-US" i="0" u="none" strike="noStrike" dirty="0"/>
              <a:t>Does the relationship between social media usage and earnings significantly differ between weekdays and weekends?</a:t>
            </a:r>
          </a:p>
          <a:p>
            <a:pPr defTabSz="914400" fontAlgn="base">
              <a:lnSpc>
                <a:spcPct val="110000"/>
              </a:lnSpc>
              <a:buClr>
                <a:schemeClr val="accent1"/>
              </a:buClr>
              <a:buSzPct val="100000"/>
            </a:pPr>
            <a:r>
              <a:rPr lang="en-US" sz="1900" b="1" i="0" u="none" strike="noStrike" dirty="0"/>
              <a:t>Comparative Severity: </a:t>
            </a:r>
            <a:r>
              <a:rPr lang="en-US" sz="1900" i="0" u="none" strike="noStrike" dirty="0"/>
              <a:t>Is the negative impact of social media on earnings more severe on weekdays compared to weekends?</a:t>
            </a:r>
          </a:p>
          <a:p>
            <a:pPr defTabSz="914400" fontAlgn="base">
              <a:lnSpc>
                <a:spcPct val="110000"/>
              </a:lnSpc>
              <a:buClr>
                <a:schemeClr val="accent1"/>
              </a:buClr>
              <a:buSzPct val="100000"/>
            </a:pPr>
            <a:r>
              <a:rPr lang="en-US" sz="1900" b="1" i="0" u="none" strike="noStrike" dirty="0"/>
              <a:t>Statistical Overview: </a:t>
            </a:r>
            <a:r>
              <a:rPr lang="en-US" sz="1900" i="0" u="none" strike="noStrike" dirty="0"/>
              <a:t>What is the overall statistical relationship between daily social media usage (minutes) and daily micro-earnings ($)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C93C8C9-FC3A-0072-4300-3F273EF0B0C2}"/>
              </a:ext>
            </a:extLst>
          </p:cNvPr>
          <p:cNvSpPr/>
          <p:nvPr/>
        </p:nvSpPr>
        <p:spPr>
          <a:xfrm>
            <a:off x="325119" y="162560"/>
            <a:ext cx="3261361" cy="16020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Research 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0" name="Rectangle 159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rPr lang="en-US" dirty="0"/>
              <a:t>Data Variables</a:t>
            </a:r>
          </a:p>
        </p:txBody>
      </p: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1853754"/>
            <a:ext cx="720245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4" name="Rectangle 163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30" name="Content Placeholder 2">
            <a:extLst>
              <a:ext uri="{FF2B5EF4-FFF2-40B4-BE49-F238E27FC236}">
                <a16:creationId xmlns:a16="http://schemas.microsoft.com/office/drawing/2014/main" id="{359766D7-91E8-A8CB-D75F-B16209A4DA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5576889"/>
              </p:ext>
            </p:extLst>
          </p:nvPr>
        </p:nvGraphicFramePr>
        <p:xfrm>
          <a:off x="1088231" y="2331497"/>
          <a:ext cx="7203281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rPr dirty="0"/>
              <a:t>Methods Used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B733C3F-9682-42F2-95C8-440BBDB77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962152" y="2012810"/>
            <a:ext cx="2331709" cy="3453535"/>
            <a:chOff x="7807230" y="2012810"/>
            <a:chExt cx="3251252" cy="3459865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DAA79E5-501E-47F1-B927-7C05579F70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FF65AAE0-FA0E-4FC3-95C8-629AB65414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DFC124E-BA69-2472-2E3C-2631406FC2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5125" r="28566" b="2"/>
          <a:stretch>
            <a:fillRect/>
          </a:stretch>
        </p:blipFill>
        <p:spPr>
          <a:xfrm>
            <a:off x="6797495" y="-1147383"/>
            <a:ext cx="2071779" cy="4953153"/>
          </a:xfrm>
          <a:prstGeom prst="rect">
            <a:avLst/>
          </a:prstGeom>
        </p:spPr>
      </p:pic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6C3C944C-0982-4C60-325A-7EA3EE1930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5023277"/>
              </p:ext>
            </p:extLst>
          </p:nvPr>
        </p:nvGraphicFramePr>
        <p:xfrm>
          <a:off x="579120" y="1940560"/>
          <a:ext cx="5011825" cy="35257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63C17C7-850A-E381-12C5-EDE82388323F}"/>
              </a:ext>
            </a:extLst>
          </p:cNvPr>
          <p:cNvSpPr txBox="1"/>
          <p:nvPr/>
        </p:nvSpPr>
        <p:spPr>
          <a:xfrm>
            <a:off x="6522770" y="6657945"/>
            <a:ext cx="2621230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 tooltip="https://blogs.ubc.ca/communicatingscience2019w112/page/2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9" tooltip="https://creativecommons.org/licenses/by-nc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BY-NC-ND</a:t>
            </a:r>
            <a:endParaRPr lang="en-US" sz="7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7" name="Rectangle 96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313302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5" y="804520"/>
            <a:ext cx="3132383" cy="1049235"/>
          </a:xfrm>
        </p:spPr>
        <p:txBody>
          <a:bodyPr>
            <a:normAutofit/>
          </a:bodyPr>
          <a:lstStyle/>
          <a:p>
            <a:r>
              <a:rPr lang="en-US" b="1" cap="none">
                <a:ln w="22225">
                  <a:solidFill>
                    <a:schemeClr val="accent2"/>
                  </a:solidFill>
                  <a:prstDash val="solid"/>
                </a:ln>
              </a:rPr>
              <a:t>t-test Result</a:t>
            </a:r>
            <a:endParaRPr dirty="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6AAFA15-2CF2-CC56-3082-4A63219D5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019863"/>
            <a:ext cx="4582160" cy="3446481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B426E15-5CD4-1007-C6C2-98517D0C43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4848419"/>
              </p:ext>
            </p:extLst>
          </p:nvPr>
        </p:nvGraphicFramePr>
        <p:xfrm>
          <a:off x="1088685" y="2015732"/>
          <a:ext cx="3129159" cy="3450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0" name="Rectangle 109">
            <a:extLst>
              <a:ext uri="{FF2B5EF4-FFF2-40B4-BE49-F238E27FC236}">
                <a16:creationId xmlns:a16="http://schemas.microsoft.com/office/drawing/2014/main" id="{1C2A4B30-77D7-4FFB-8B53-A88BD68CA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1BFF5A-4D11-88D4-75D4-260F05882976}"/>
              </a:ext>
            </a:extLst>
          </p:cNvPr>
          <p:cNvSpPr/>
          <p:nvPr/>
        </p:nvSpPr>
        <p:spPr>
          <a:xfrm>
            <a:off x="1088685" y="721658"/>
            <a:ext cx="3243834" cy="1049235"/>
          </a:xfrm>
          <a:prstGeom prst="ellips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200" cap="all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CORRELATION  TEST</a:t>
            </a: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73AAE2E-5D6B-4952-A4BB-546C49F8DE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1853754"/>
            <a:ext cx="324383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4" name="Rectangle 113">
            <a:extLst>
              <a:ext uri="{FF2B5EF4-FFF2-40B4-BE49-F238E27FC236}">
                <a16:creationId xmlns:a16="http://schemas.microsoft.com/office/drawing/2014/main" id="{01E4D783-AD45-49E7-B6C7-BBACB8290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C58F5D-2FCA-704C-3ACD-FFEE6AA89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298" y="2015732"/>
            <a:ext cx="4147821" cy="4303788"/>
          </a:xfrm>
          <a:prstGeom prst="rect">
            <a:avLst/>
          </a:prstGeom>
        </p:spPr>
      </p:pic>
      <p:graphicFrame>
        <p:nvGraphicFramePr>
          <p:cNvPr id="31" name="Content Placeholder 2">
            <a:extLst>
              <a:ext uri="{FF2B5EF4-FFF2-40B4-BE49-F238E27FC236}">
                <a16:creationId xmlns:a16="http://schemas.microsoft.com/office/drawing/2014/main" id="{8DC4D7CD-2CE2-B56A-379E-C1FD7EEB56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7110421"/>
              </p:ext>
            </p:extLst>
          </p:nvPr>
        </p:nvGraphicFramePr>
        <p:xfrm>
          <a:off x="1088684" y="2015732"/>
          <a:ext cx="3243835" cy="40741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313302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5" y="804520"/>
            <a:ext cx="3132383" cy="1049235"/>
          </a:xfrm>
        </p:spPr>
        <p:txBody>
          <a:bodyPr>
            <a:normAutofit/>
          </a:bodyPr>
          <a:lstStyle/>
          <a:p>
            <a:r>
              <a:rPr lang="en-US" dirty="0"/>
              <a:t>Regression Result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E2ED58-1B6D-ABDA-0743-2848E1CBB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3451" y="1644619"/>
            <a:ext cx="4920549" cy="4258338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AC388C6-D14B-C3FF-9847-B5EAB59414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8382363"/>
              </p:ext>
            </p:extLst>
          </p:nvPr>
        </p:nvGraphicFramePr>
        <p:xfrm>
          <a:off x="111761" y="1894304"/>
          <a:ext cx="3952240" cy="35720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313302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5" y="804520"/>
            <a:ext cx="3132383" cy="1049235"/>
          </a:xfrm>
        </p:spPr>
        <p:txBody>
          <a:bodyPr>
            <a:normAutofit/>
          </a:bodyPr>
          <a:lstStyle/>
          <a:p>
            <a:r>
              <a:rPr lang="en-US"/>
              <a:t>Key Insight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685" y="2015732"/>
            <a:ext cx="3129159" cy="3450613"/>
          </a:xfrm>
        </p:spPr>
        <p:txBody>
          <a:bodyPr>
            <a:normAutofit/>
          </a:bodyPr>
          <a:lstStyle/>
          <a:p>
            <a:r>
              <a:rPr dirty="0"/>
              <a:t>No difference in usage by day type</a:t>
            </a:r>
          </a:p>
          <a:p>
            <a:r>
              <a:rPr lang="en-US" dirty="0"/>
              <a:t>But </a:t>
            </a:r>
            <a:r>
              <a:rPr dirty="0"/>
              <a:t>strong effect on earnings</a:t>
            </a:r>
          </a:p>
          <a:p>
            <a:r>
              <a:rPr dirty="0"/>
              <a:t>Screen time reduces productivity</a:t>
            </a:r>
            <a:r>
              <a:rPr lang="en-US" dirty="0"/>
              <a:t>.</a:t>
            </a:r>
            <a:endParaRPr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62B383E-5E61-A6D3-A825-E7E7ABBC6F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570808" y="1275798"/>
            <a:ext cx="3720331" cy="3720331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9056" y="804519"/>
            <a:ext cx="7202456" cy="1049235"/>
          </a:xfrm>
        </p:spPr>
        <p:txBody>
          <a:bodyPr>
            <a:normAutofit/>
          </a:bodyPr>
          <a:lstStyle/>
          <a:p>
            <a:r>
              <a:rPr lang="en-US" dirty="0"/>
              <a:t>Conclusion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1853754"/>
            <a:ext cx="720245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1BC1B94-7045-3B5B-00EF-FB260A7A78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542192"/>
              </p:ext>
            </p:extLst>
          </p:nvPr>
        </p:nvGraphicFramePr>
        <p:xfrm>
          <a:off x="1088231" y="2331497"/>
          <a:ext cx="7203281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166</TotalTime>
  <Words>250</Words>
  <Application>Microsoft Office PowerPoint</Application>
  <PresentationFormat>On-screen Show (4:3)</PresentationFormat>
  <Paragraphs>43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Black</vt:lpstr>
      <vt:lpstr>Arial</vt:lpstr>
      <vt:lpstr>Gill Sans MT</vt:lpstr>
      <vt:lpstr>Gallery</vt:lpstr>
      <vt:lpstr>Social Media vs Micro-Earnings</vt:lpstr>
      <vt:lpstr>PowerPoint Presentation</vt:lpstr>
      <vt:lpstr>Data Variables</vt:lpstr>
      <vt:lpstr>Methods Used</vt:lpstr>
      <vt:lpstr>t-test Result</vt:lpstr>
      <vt:lpstr>PowerPoint Presentation</vt:lpstr>
      <vt:lpstr>Regression Result</vt:lpstr>
      <vt:lpstr>Key Insight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amar pradhan</cp:lastModifiedBy>
  <cp:revision>1</cp:revision>
  <dcterms:created xsi:type="dcterms:W3CDTF">2013-01-27T09:14:16Z</dcterms:created>
  <dcterms:modified xsi:type="dcterms:W3CDTF">2026-04-28T17:51:40Z</dcterms:modified>
  <cp:category/>
</cp:coreProperties>
</file>
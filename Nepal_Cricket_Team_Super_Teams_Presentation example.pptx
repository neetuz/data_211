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0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stha Pradhan, Neetu" userId="f2368ebd-46b8-4057-8dcb-a6f430956b33" providerId="ADAL" clId="{63EA716F-9904-42EA-A464-9F09224C332E}"/>
    <pc:docChg chg="custSel modSld">
      <pc:chgData name="Shrestha Pradhan, Neetu" userId="f2368ebd-46b8-4057-8dcb-a6f430956b33" providerId="ADAL" clId="{63EA716F-9904-42EA-A464-9F09224C332E}" dt="2025-04-07T18:29:27.450" v="2" actId="27636"/>
      <pc:docMkLst>
        <pc:docMk/>
      </pc:docMkLst>
      <pc:sldChg chg="modSp mod">
        <pc:chgData name="Shrestha Pradhan, Neetu" userId="f2368ebd-46b8-4057-8dcb-a6f430956b33" providerId="ADAL" clId="{63EA716F-9904-42EA-A464-9F09224C332E}" dt="2025-04-07T18:29:27.412" v="0" actId="27636"/>
        <pc:sldMkLst>
          <pc:docMk/>
          <pc:sldMk cId="0" sldId="258"/>
        </pc:sldMkLst>
        <pc:spChg chg="mod">
          <ac:chgData name="Shrestha Pradhan, Neetu" userId="f2368ebd-46b8-4057-8dcb-a6f430956b33" providerId="ADAL" clId="{63EA716F-9904-42EA-A464-9F09224C332E}" dt="2025-04-07T18:29:27.412" v="0" actId="27636"/>
          <ac:spMkLst>
            <pc:docMk/>
            <pc:sldMk cId="0" sldId="258"/>
            <ac:spMk id="2" creationId="{00000000-0000-0000-0000-000000000000}"/>
          </ac:spMkLst>
        </pc:spChg>
      </pc:sldChg>
      <pc:sldChg chg="modSp mod">
        <pc:chgData name="Shrestha Pradhan, Neetu" userId="f2368ebd-46b8-4057-8dcb-a6f430956b33" providerId="ADAL" clId="{63EA716F-9904-42EA-A464-9F09224C332E}" dt="2025-04-07T18:29:27.439" v="1" actId="27636"/>
        <pc:sldMkLst>
          <pc:docMk/>
          <pc:sldMk cId="0" sldId="259"/>
        </pc:sldMkLst>
        <pc:spChg chg="mod">
          <ac:chgData name="Shrestha Pradhan, Neetu" userId="f2368ebd-46b8-4057-8dcb-a6f430956b33" providerId="ADAL" clId="{63EA716F-9904-42EA-A464-9F09224C332E}" dt="2025-04-07T18:29:27.439" v="1" actId="27636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Shrestha Pradhan, Neetu" userId="f2368ebd-46b8-4057-8dcb-a6f430956b33" providerId="ADAL" clId="{63EA716F-9904-42EA-A464-9F09224C332E}" dt="2025-04-07T18:29:27.450" v="2" actId="27636"/>
        <pc:sldMkLst>
          <pc:docMk/>
          <pc:sldMk cId="0" sldId="261"/>
        </pc:sldMkLst>
        <pc:spChg chg="mod">
          <ac:chgData name="Shrestha Pradhan, Neetu" userId="f2368ebd-46b8-4057-8dcb-a6f430956b33" providerId="ADAL" clId="{63EA716F-9904-42EA-A464-9F09224C332E}" dt="2025-04-07T18:29:27.450" v="2" actId="27636"/>
          <ac:spMkLst>
            <pc:docMk/>
            <pc:sldMk cId="0" sldId="261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Nepal Cricket Team: A Blueprint for Super Teams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Interpersonal Effectiveness in Action</a:t>
            </a:r>
          </a:p>
          <a:p>
            <a:r>
              <a:t>[Insert team logo or celebration photo]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empower teams to achieve extraordinary success through resilience, collaboration, and effective communication—inspired by the Nepal Cricket Team’s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i="1"/>
            </a:pPr>
            <a:r>
              <a:t>[Image Placeholder: Team celebrating ACC Premier Cup victory]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Nepal’s 2023 ACC Premier Cup Victory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Challenges: Limited resources, lack of ODI status until 2023.</a:t>
            </a:r>
          </a:p>
          <a:p>
            <a:r>
              <a:t>- Breakthrough: Unbeaten run in ACC Premier Cup, defeating UAE in a rain-affected final.</a:t>
            </a:r>
          </a:p>
          <a:p>
            <a:r>
              <a:t>- Outcome: Qualified for Asia Cup, competed against India and Pakistan.</a:t>
            </a:r>
          </a:p>
          <a:p>
            <a:r>
              <a:t>- Impact: Unified the nation and proved resilience as an Associate 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i="1"/>
            </a:pPr>
            <a:r>
              <a:t>[Image Placeholder: ACC Premier Cup final image]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Nepal Cricket Communicates to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Active Listening: Adapting to Coach Monty Desai’s strategies.</a:t>
            </a:r>
          </a:p>
          <a:p>
            <a:r>
              <a:t>- Clarity in Roles: Defined roles (e.g., Lamichhane – spin, Bhurtel – batting).</a:t>
            </a:r>
          </a:p>
          <a:p>
            <a:r>
              <a:t>- Conflict Resolution: Managed leadership shifts post-Khadka.</a:t>
            </a:r>
          </a:p>
          <a:p>
            <a:r>
              <a:t>- Celebrating Milestones: Retaining ODI status and Asia Cup boost morale.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i="1"/>
            </a:pPr>
            <a:r>
              <a:t>[Image Placeholder: Diagram of team communication flow]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from Nepal’s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Online/Remote: Lack of resources mirrors remote team tool struggles.</a:t>
            </a:r>
          </a:p>
          <a:p>
            <a:r>
              <a:t>- Conflict in Diversity: Global exposure vs. local talent.</a:t>
            </a:r>
          </a:p>
          <a:p>
            <a:r>
              <a:t>- Textbook Links: Chapters 10/11 – Frame conflict as growth opportunity.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i="1"/>
            </a:pPr>
            <a:r>
              <a:t>[Image Placeholder: Split: team huddle vs. remote video call]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Crisis Simulation: Nepal’s Asia Cup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Objective: Teach strategy under pressure.</a:t>
            </a:r>
          </a:p>
          <a:p>
            <a:r>
              <a:t>- Format: Teams simulate Nepal vs. India, strategize chase (230 runs).</a:t>
            </a:r>
          </a:p>
          <a:p>
            <a:r>
              <a:t>- Collaboration: Discuss order, fielding, communication.</a:t>
            </a:r>
          </a:p>
          <a:p>
            <a:r>
              <a:t>- Outcome: Reinforces adaptability and teamwork.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i="1"/>
            </a:pPr>
            <a:r>
              <a:t>[Image Placeholder: Scoreboard or strategy huddle]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Needs This Lesson?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Emerging Teams: Startups or small orgs with limited resources.</a:t>
            </a:r>
          </a:p>
          <a:p>
            <a:r>
              <a:t>- Takeaways:</a:t>
            </a:r>
          </a:p>
          <a:p>
            <a:r>
              <a:t>  * Build trust via communication.</a:t>
            </a:r>
          </a:p>
          <a:p>
            <a:r>
              <a:t>  * Leverage diverse strengths (Lamichhane + Bhurtel).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i="1"/>
            </a:pPr>
            <a:r>
              <a:t>[Image Placeholder: Team with cheering fans]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Nepal Cricket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Include images:</a:t>
            </a:r>
          </a:p>
          <a:p>
            <a:r>
              <a:t>  * ACC Premier Cup celebration</a:t>
            </a:r>
          </a:p>
          <a:p>
            <a:r>
              <a:t>  * Sandeep Lamichhane bowling</a:t>
            </a:r>
          </a:p>
          <a:p>
            <a:r>
              <a:t>  * Kushal Bhurtel batting</a:t>
            </a:r>
          </a:p>
          <a:p>
            <a:r>
              <a:t>  * Team huddle during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i="1"/>
            </a:pPr>
            <a:r>
              <a:t>[Image Placeholder: Collage or 4-frame image grid]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Your Super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Nepal’s journey = collaboration, flexibility, people-first values.</a:t>
            </a:r>
          </a:p>
          <a:p>
            <a:r>
              <a:t>- Apply: Celebrate small wins, clear communication, diversity embrace.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 i="1"/>
            </a:pPr>
            <a:r>
              <a:t>[Image Placeholder: Team trophy celebration with fans]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UniGlobe College</a:t>
            </a:r>
          </a:p>
          <a:p>
            <a:r>
              <a:t>- The Annapurna Express</a:t>
            </a:r>
          </a:p>
          <a:p>
            <a:r>
              <a:t>- Wikipedia (Lamichhane, Bhurtel)</a:t>
            </a:r>
          </a:p>
          <a:p>
            <a:r>
              <a:t>- TeamGroupName archive</a:t>
            </a:r>
          </a:p>
          <a:p>
            <a:r>
              <a:t>- Russell Bedford insights</a:t>
            </a:r>
          </a:p>
          <a:p>
            <a:r>
              <a:t>- SlideGeeks template tips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6A175BA68236429F5779D8DCE568FE" ma:contentTypeVersion="15" ma:contentTypeDescription="Create a new document." ma:contentTypeScope="" ma:versionID="cf2aaad4a8c6dc1ebc15f7385f73b926">
  <xsd:schema xmlns:xsd="http://www.w3.org/2001/XMLSchema" xmlns:xs="http://www.w3.org/2001/XMLSchema" xmlns:p="http://schemas.microsoft.com/office/2006/metadata/properties" xmlns:ns3="20e9ea56-94f8-44fd-a038-aa3a270afc37" xmlns:ns4="5587fbf1-4d4d-4743-bd7f-be0921a66926" targetNamespace="http://schemas.microsoft.com/office/2006/metadata/properties" ma:root="true" ma:fieldsID="8eab3ebbe8dc044a0ecd11b11340bdb8" ns3:_="" ns4:_="">
    <xsd:import namespace="20e9ea56-94f8-44fd-a038-aa3a270afc37"/>
    <xsd:import namespace="5587fbf1-4d4d-4743-bd7f-be0921a669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e9ea56-94f8-44fd-a038-aa3a270afc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87fbf1-4d4d-4743-bd7f-be0921a6692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0e9ea56-94f8-44fd-a038-aa3a270afc37" xsi:nil="true"/>
  </documentManagement>
</p:properties>
</file>

<file path=customXml/itemProps1.xml><?xml version="1.0" encoding="utf-8"?>
<ds:datastoreItem xmlns:ds="http://schemas.openxmlformats.org/officeDocument/2006/customXml" ds:itemID="{B5FCB82B-FF05-4B6F-9FF7-0A9CB920D9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e9ea56-94f8-44fd-a038-aa3a270afc37"/>
    <ds:schemaRef ds:uri="5587fbf1-4d4d-4743-bd7f-be0921a669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9FA0C5-20CC-4747-AA42-09802826F0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1F5E59-9DB1-4C55-A8C8-535ED9320B1D}">
  <ds:schemaRefs>
    <ds:schemaRef ds:uri="5587fbf1-4d4d-4743-bd7f-be0921a66926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20e9ea56-94f8-44fd-a038-aa3a270afc37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466</Words>
  <Application>Microsoft Office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Nepal Cricket Team: A Blueprint for Super Teams</vt:lpstr>
      <vt:lpstr>Mission Statement</vt:lpstr>
      <vt:lpstr>Nepal’s 2023 ACC Premier Cup Victory</vt:lpstr>
      <vt:lpstr>How Nepal Cricket Communicates to Win</vt:lpstr>
      <vt:lpstr>Lessons from Nepal’s Challenges</vt:lpstr>
      <vt:lpstr>Crisis Simulation: Nepal’s Asia Cup Scenario</vt:lpstr>
      <vt:lpstr>Who Needs This Lesson?</vt:lpstr>
      <vt:lpstr>Nepal Cricket in Action</vt:lpstr>
      <vt:lpstr>Building Your Super Team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amar pradhan</cp:lastModifiedBy>
  <cp:revision>2</cp:revision>
  <dcterms:created xsi:type="dcterms:W3CDTF">2013-01-27T09:14:16Z</dcterms:created>
  <dcterms:modified xsi:type="dcterms:W3CDTF">2025-04-07T18:29:36Z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0x0101002C6A175BA68236429F5779D8DCE568FE</vt:lpwstr>
  </property>
</Properties>
</file>